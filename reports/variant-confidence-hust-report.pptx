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ada1d8238cd465e" /><Relationship Type="http://schemas.openxmlformats.org/officeDocument/2006/relationships/extended-properties" Target="/docProps/app.xml" Id="Re64b4f5e90ed4a06" /><Relationship Type="http://schemas.openxmlformats.org/officeDocument/2006/relationships/officeDocument" Target="/ppt/presentation.xml" Id="R4822386c18a8420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a07d948e42943e2"/>
  </p:sldMasterIdLst>
  <p:notesMasterIdLst>
    <p:notesMasterId xmlns:r="http://schemas.openxmlformats.org/officeDocument/2006/relationships" r:id="R20062d355a294df6"/>
  </p:notesMasterIdLst>
  <p:sldIdLst>
    <p:sldId xmlns:r="http://schemas.openxmlformats.org/officeDocument/2006/relationships" id="256" r:id="R9fc444929ca245e8"/>
    <p:sldId xmlns:r="http://schemas.openxmlformats.org/officeDocument/2006/relationships" id="257" r:id="R5724d1e26aec4ba3"/>
    <p:sldId xmlns:r="http://schemas.openxmlformats.org/officeDocument/2006/relationships" id="258" r:id="Ra014c311896a4f49"/>
    <p:sldId xmlns:r="http://schemas.openxmlformats.org/officeDocument/2006/relationships" id="259" r:id="R8942240949d242dd"/>
    <p:sldId xmlns:r="http://schemas.openxmlformats.org/officeDocument/2006/relationships" id="260" r:id="Rf131883e6a404622"/>
    <p:sldId xmlns:r="http://schemas.openxmlformats.org/officeDocument/2006/relationships" id="261" r:id="R816e95da8c9640a6"/>
    <p:sldId xmlns:r="http://schemas.openxmlformats.org/officeDocument/2006/relationships" id="262" r:id="Rd484ee1641244e62"/>
    <p:sldId xmlns:r="http://schemas.openxmlformats.org/officeDocument/2006/relationships" id="263" r:id="Rd2c9805709de4a77"/>
    <p:sldId xmlns:r="http://schemas.openxmlformats.org/officeDocument/2006/relationships" id="264" r:id="Ra27f35aa95ed426a"/>
    <p:sldId xmlns:r="http://schemas.openxmlformats.org/officeDocument/2006/relationships" id="265" r:id="R0db2f78fcd4641c0"/>
  </p:sldIdLst>
  <p:sldSz cx="9144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07d948e42943e2" /><Relationship Type="http://schemas.openxmlformats.org/officeDocument/2006/relationships/theme" Target="/ppt/theme/theme1.xml" Id="R41e7c39a22a84b54" /><Relationship Type="http://schemas.openxmlformats.org/officeDocument/2006/relationships/notesMaster" Target="/ppt/notesMasters/notesMaster1.xml" Id="R20062d355a294df6" /><Relationship Type="http://schemas.openxmlformats.org/officeDocument/2006/relationships/presProps" Target="/ppt/presProps.xml" Id="Rb22d766dce364a58" /><Relationship Type="http://schemas.openxmlformats.org/officeDocument/2006/relationships/viewProps" Target="/ppt/viewProps.xml" Id="R4f270e50cc4b469f" /><Relationship Type="http://schemas.openxmlformats.org/officeDocument/2006/relationships/tableStyles" Target="/ppt/tableStyles.xml" Id="R3399592e057244d0" /><Relationship Type="http://schemas.openxmlformats.org/officeDocument/2006/relationships/slide" Target="/ppt/slides/slide1.xml" Id="R9fc444929ca245e8" /><Relationship Type="http://schemas.openxmlformats.org/officeDocument/2006/relationships/slide" Target="/ppt/slides/slide2.xml" Id="R5724d1e26aec4ba3" /><Relationship Type="http://schemas.openxmlformats.org/officeDocument/2006/relationships/slide" Target="/ppt/slides/slide3.xml" Id="Ra014c311896a4f49" /><Relationship Type="http://schemas.openxmlformats.org/officeDocument/2006/relationships/slide" Target="/ppt/slides/slide4.xml" Id="R8942240949d242dd" /><Relationship Type="http://schemas.openxmlformats.org/officeDocument/2006/relationships/slide" Target="/ppt/slides/slide5.xml" Id="Rf131883e6a404622" /><Relationship Type="http://schemas.openxmlformats.org/officeDocument/2006/relationships/slide" Target="/ppt/slides/slide6.xml" Id="R816e95da8c9640a6" /><Relationship Type="http://schemas.openxmlformats.org/officeDocument/2006/relationships/slide" Target="/ppt/slides/slide7.xml" Id="Rd484ee1641244e62" /><Relationship Type="http://schemas.openxmlformats.org/officeDocument/2006/relationships/slide" Target="/ppt/slides/slide8.xml" Id="Rd2c9805709de4a77" /><Relationship Type="http://schemas.openxmlformats.org/officeDocument/2006/relationships/slide" Target="/ppt/slides/slide9.xml" Id="Ra27f35aa95ed426a" /><Relationship Type="http://schemas.openxmlformats.org/officeDocument/2006/relationships/slide" Target="/ppt/slides/slide10.xml" Id="R0db2f78fcd4641c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55177773b6ef4a0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cf211210b5b4adc" /><Relationship Type="http://schemas.openxmlformats.org/officeDocument/2006/relationships/notesMaster" Target="/ppt/notesMasters/notesMaster1.xml" Id="Rfbf29efb344d482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b7dd0475aa14688" /><Relationship Type="http://schemas.openxmlformats.org/officeDocument/2006/relationships/notesMaster" Target="/ppt/notesMasters/notesMaster1.xml" Id="R8da75a6a99b2419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82c870dff3f4972" /><Relationship Type="http://schemas.openxmlformats.org/officeDocument/2006/relationships/notesMaster" Target="/ppt/notesMasters/notesMaster1.xml" Id="R335c99e5f76148d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41d6064cb264431" /><Relationship Type="http://schemas.openxmlformats.org/officeDocument/2006/relationships/notesMaster" Target="/ppt/notesMasters/notesMaster1.xml" Id="R1e78484efabf4c1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5c8087425424a78" /><Relationship Type="http://schemas.openxmlformats.org/officeDocument/2006/relationships/notesMaster" Target="/ppt/notesMasters/notesMaster1.xml" Id="Rd888c476a13b415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89ac2653bae4483" /><Relationship Type="http://schemas.openxmlformats.org/officeDocument/2006/relationships/notesMaster" Target="/ppt/notesMasters/notesMaster1.xml" Id="R1bc49c372f72455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3a952abd7a74a3f" /><Relationship Type="http://schemas.openxmlformats.org/officeDocument/2006/relationships/notesMaster" Target="/ppt/notesMasters/notesMaster1.xml" Id="Rc9d50415118c49f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9a6defffe894b15" /><Relationship Type="http://schemas.openxmlformats.org/officeDocument/2006/relationships/notesMaster" Target="/ppt/notesMasters/notesMaster1.xml" Id="Rffbf128a19ef418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2439b4e84cd453c" /><Relationship Type="http://schemas.openxmlformats.org/officeDocument/2006/relationships/notesMaster" Target="/ppt/notesMasters/notesMaster1.xml" Id="R6fc96a21563a476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f0f62838e6149f7" /><Relationship Type="http://schemas.openxmlformats.org/officeDocument/2006/relationships/notesMaster" Target="/ppt/notesMasters/notesMaster1.xml" Id="R1ec3c866c33445b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33f3b8ee3f436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c735c3a8fd49f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81810ee0d548e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53c8b7fd75431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680f9975b7482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7233aa9811477a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627eb7c1b84400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c2f5f5acac4b7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78170e7351491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1ee5f329424ef0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3276f9d50d4d34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2141616a404c20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6d737ffee348fe" /></Relationships>
</file>

<file path=ppt/slideLayouts/slideLayout2.xml><?xml version="1.0" encoding="utf-8"?>
<p:sldLayout xmlns:p="http://schemas.openxmlformats.org/presentationml/2006/main">
  <p:cSld name="1_Title Only">
    <p:bg>
      <p:bgRef idx="1001">
        <a:schemeClr xmlns:a="http://schemas.openxmlformats.org/drawingml/2006/main" val="phClr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 6">
            <a:extLst xmlns:a="http://schemas.openxmlformats.org/drawingml/2006/main">
              <a:ext uri="{FF2B5EF4-FFF2-40B4-BE49-F238E27FC236}">
                <a16:creationId xmlns:a16="http://schemas.microsoft.com/office/drawing/2014/main" id="{689FBFE6-E7AD-40DE-88B8-794C73F956C5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3511295" y="224917"/>
            <a:ext cx="5397627" cy="4517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 b="1">
                <a:solidFill>
                  <a:schemeClr val="tx1"/>
                </a:solidFill>
                <a:latin typeface="Lato"/>
                <a:ea typeface="Lato"/>
                <a:cs typeface="Lato"/>
              </a:defRPr>
            </a:lvl1pPr>
          </a:lstStyle>
          <a:p xmlns:a="http://schemas.openxmlformats.org/drawingml/2006/main"/>
        </p:txBody>
      </p:sp>
      <p:sp>
        <p:nvSpPr>
          <p:cNvPr id="12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1C2ED7A5-CBB5-4B5C-BD2A-3596087A71FA}"/>
              </a:ext>
            </a:extLst>
          </p:cNvPr>
          <p:cNvSpPr/>
          <p:nvPr>
            <p:ph type="body" idx="13"/>
          </p:nvPr>
        </p:nvSpPr>
        <p:spPr>
          <a:xfrm xmlns:a="http://schemas.openxmlformats.org/drawingml/2006/main">
            <a:off x="3524251" y="1011238"/>
            <a:ext cx="5384672" cy="55292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Lato"/>
                <a:ea typeface="Lato"/>
                <a:cs typeface="Lato"/>
              </a:defRPr>
            </a:lvl1pPr>
            <a:lvl2pPr>
              <a:buNone/>
              <a:defRPr>
                <a:latin typeface="Lato"/>
                <a:ea typeface="Lato"/>
                <a:cs typeface="Lato"/>
              </a:defRPr>
            </a:lvl2pPr>
            <a:lvl3pPr>
              <a:buNone/>
              <a:defRPr>
                <a:latin typeface="Lato"/>
                <a:ea typeface="Lato"/>
                <a:cs typeface="Lato"/>
              </a:defRPr>
            </a:lvl3pPr>
            <a:lvl4pPr>
              <a:buNone/>
              <a:defRPr>
                <a:latin typeface="Lato"/>
                <a:ea typeface="Lato"/>
                <a:cs typeface="Lato"/>
              </a:defRPr>
            </a:lvl4pPr>
            <a:lvl5pPr>
              <a:buNone/>
              <a:defRPr>
                <a:latin typeface="Lato"/>
                <a:ea typeface="Lato"/>
                <a:cs typeface="Lato"/>
              </a:defRPr>
            </a:lvl5pPr>
          </a:lstStyle>
          <a:p xmlns:a="http://schemas.openxmlformats.org/drawingml/2006/main"/>
        </p:txBody>
      </p:sp>
      <p:sp>
        <p:nvSpPr>
          <p:cNvPr id="1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21F2271-B488-4DC9-A50E-592D82F22CE9}"/>
              </a:ext>
            </a:extLst>
          </p:cNvPr>
          <p:cNvSpPr/>
          <p:nvPr>
            <p:ph type="dt" idx="10"/>
          </p:nvPr>
        </p:nvSpPr>
        <p:spPr>
          <a:xfrm xmlns:a="http://schemas.openxmlformats.org/drawingml/2006/main">
            <a:off x="628650" y="6565257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200" b="1">
                <a:solidFill>
                  <a:schemeClr val="bg1">
                    <a:lumMod val="95000"/>
                  </a:schemeClr>
                </a:solidFill>
                <a:latin typeface="Lato"/>
                <a:ea typeface="Lato"/>
                <a:cs typeface="Lato"/>
              </a:defRPr>
            </a:lvl1pPr>
          </a:lstStyle>
          <a:p xmlns:a="http://schemas.openxmlformats.org/drawingml/2006/main"/>
        </p:txBody>
      </p:sp>
      <p:sp>
        <p:nvSpPr>
          <p:cNvPr id="1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06E966D-F219-41DE-82BF-3F3121B7DCCC}"/>
              </a:ext>
            </a:extLst>
          </p:cNvPr>
          <p:cNvSpPr/>
          <p:nvPr>
            <p:ph type="ftr" idx="11"/>
          </p:nvPr>
        </p:nvSpPr>
        <p:spPr>
          <a:xfrm xmlns:a="http://schemas.openxmlformats.org/drawingml/2006/main">
            <a:off x="3028950" y="6565257"/>
            <a:ext cx="30861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ctr">
              <a:buNone/>
              <a:defRPr sz="1200" b="1">
                <a:solidFill>
                  <a:srgbClr val="C00000"/>
                </a:solidFill>
                <a:latin typeface="Lato"/>
                <a:ea typeface="Lato"/>
                <a:cs typeface="Lato"/>
              </a:defRPr>
            </a:lvl1pPr>
          </a:lstStyle>
          <a:p xmlns:a="http://schemas.openxmlformats.org/drawingml/2006/main"/>
        </p:txBody>
      </p:sp>
      <p:sp>
        <p:nvSpPr>
          <p:cNvPr id="1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61A491-C108-489A-B2EA-9FC27DAD4D24}"/>
              </a:ext>
            </a:extLst>
          </p:cNvPr>
          <p:cNvSpPr/>
          <p:nvPr>
            <p:ph type="sldNum" idx="12"/>
          </p:nvPr>
        </p:nvSpPr>
        <p:spPr>
          <a:xfrm xmlns:a="http://schemas.openxmlformats.org/drawingml/2006/main">
            <a:off x="6867383" y="6572126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r">
              <a:buNone/>
              <a:defRPr sz="1200" b="1">
                <a:solidFill>
                  <a:srgbClr val="C00000"/>
                </a:solidFill>
                <a:latin typeface="Lato"/>
                <a:ea typeface="Lato"/>
                <a:cs typeface="Lato"/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1_Content with Caption">
    <p:bg>
      <p:bgRef idx="1001">
        <a:schemeClr xmlns:a="http://schemas.openxmlformats.org/drawingml/2006/main" val="phClr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6EAE966-F590-4BAF-A55B-75735FCC661F}"/>
              </a:ext>
            </a:extLst>
          </p:cNvPr>
          <p:cNvSpPr/>
          <p:nvPr>
            <p:ph type="dt" idx="10"/>
          </p:nvPr>
        </p:nvSpPr>
        <p:spPr>
          <a:xfrm xmlns:a="http://schemas.openxmlformats.org/drawingml/2006/main">
            <a:off x="628650" y="6565257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200" b="1">
                <a:solidFill>
                  <a:schemeClr val="bg1">
                    <a:lumMod val="95000"/>
                  </a:schemeClr>
                </a:solidFill>
                <a:latin typeface="Lato"/>
                <a:ea typeface="Lato"/>
                <a:cs typeface="Lato"/>
              </a:defRPr>
            </a:lvl1pPr>
          </a:lstStyle>
          <a:p xmlns:a="http://schemas.openxmlformats.org/drawingml/2006/main"/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330CA1C-4366-43E8-9DC8-B360FC115AE4}"/>
              </a:ext>
            </a:extLst>
          </p:cNvPr>
          <p:cNvSpPr/>
          <p:nvPr>
            <p:ph type="ftr" idx="11"/>
          </p:nvPr>
        </p:nvSpPr>
        <p:spPr>
          <a:xfrm xmlns:a="http://schemas.openxmlformats.org/drawingml/2006/main">
            <a:off x="3028950" y="6565257"/>
            <a:ext cx="30861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ctr">
              <a:buNone/>
              <a:defRPr sz="1200" b="1">
                <a:solidFill>
                  <a:srgbClr val="C00000"/>
                </a:solidFill>
                <a:latin typeface="Lato"/>
                <a:ea typeface="Lato"/>
                <a:cs typeface="Lato"/>
              </a:defRPr>
            </a:lvl1pPr>
          </a:lstStyle>
          <a:p xmlns:a="http://schemas.openxmlformats.org/drawingml/2006/main"/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2DB13F6-9193-4FE2-AE85-5B96248CC0EA}"/>
              </a:ext>
            </a:extLst>
          </p:cNvPr>
          <p:cNvSpPr/>
          <p:nvPr>
            <p:ph type="sldNum" idx="12"/>
          </p:nvPr>
        </p:nvSpPr>
        <p:spPr>
          <a:xfrm xmlns:a="http://schemas.openxmlformats.org/drawingml/2006/main">
            <a:off x="6867383" y="6572126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r">
              <a:buNone/>
              <a:defRPr sz="1200" b="1">
                <a:solidFill>
                  <a:srgbClr val="C00000"/>
                </a:solidFill>
                <a:latin typeface="Lato"/>
                <a:ea typeface="Lato"/>
                <a:cs typeface="Lato"/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1_Title and Content">
    <p:bg>
      <p:bgRef idx="1001">
        <a:schemeClr xmlns:a="http://schemas.openxmlformats.org/drawingml/2006/main" val="phClr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5.xml><?xml version="1.0" encoding="utf-8"?>
<p:sldLayout xmlns:p="http://schemas.openxmlformats.org/presentationml/2006/main">
  <p:cSld name="2_Two Content">
    <p:bg>
      <p:bgRef idx="1001">
        <a:schemeClr xmlns:a="http://schemas.openxmlformats.org/drawingml/2006/main" val="phClr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/>
          <p:nvPr>
            <p:ph type="dt" idx="10"/>
          </p:nvPr>
        </p:nvSpPr>
        <p:spPr>
          <a:xfrm xmlns:a="http://schemas.openxmlformats.org/drawingml/2006/main">
            <a:off x="628650" y="6565257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200" b="1">
                <a:solidFill>
                  <a:srgbClr val="C00000"/>
                </a:solidFill>
                <a:latin typeface="Lato"/>
                <a:ea typeface="Lato"/>
                <a:cs typeface="Lato"/>
              </a:defRPr>
            </a:lvl1pPr>
          </a:lstStyle>
          <a:p xmlns:a="http://schemas.openxmlformats.org/drawingml/2006/main"/>
        </p:txBody>
      </p:sp>
      <p:sp>
        <p:nvSpPr>
          <p:cNvPr id="1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/>
          <p:nvPr>
            <p:ph type="ftr" idx="11"/>
          </p:nvPr>
        </p:nvSpPr>
        <p:spPr>
          <a:xfrm xmlns:a="http://schemas.openxmlformats.org/drawingml/2006/main">
            <a:off x="3028950" y="6565257"/>
            <a:ext cx="30861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ctr">
              <a:buNone/>
              <a:defRPr sz="1200" b="1">
                <a:solidFill>
                  <a:srgbClr val="C00000"/>
                </a:solidFill>
                <a:latin typeface="Lato"/>
                <a:ea typeface="Lato"/>
                <a:cs typeface="Lato"/>
              </a:defRPr>
            </a:lvl1pPr>
          </a:lstStyle>
          <a:p xmlns:a="http://schemas.openxmlformats.org/drawingml/2006/main"/>
        </p:txBody>
      </p:sp>
      <p:sp>
        <p:nvSpPr>
          <p:cNvPr id="1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/>
          <p:nvPr>
            <p:ph type="sldNum" idx="12"/>
          </p:nvPr>
        </p:nvSpPr>
        <p:spPr>
          <a:xfrm xmlns:a="http://schemas.openxmlformats.org/drawingml/2006/main">
            <a:off x="6867383" y="6572126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r">
              <a:buNone/>
              <a:defRPr sz="1200" b="1">
                <a:solidFill>
                  <a:srgbClr val="C00000"/>
                </a:solidFill>
                <a:latin typeface="Lato"/>
                <a:ea typeface="Lato"/>
                <a:cs typeface="Lato"/>
              </a:defRPr>
            </a:lvl1pPr>
          </a:lstStyle>
          <a:p xmlns:a="http://schemas.openxmlformats.org/drawingml/2006/main"/>
        </p:txBody>
      </p:sp>
      <p:sp>
        <p:nvSpPr>
          <p:cNvPr id="17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528828" y="1423289"/>
            <a:ext cx="38862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Lato"/>
                <a:ea typeface="Lato"/>
                <a:cs typeface="Lato"/>
              </a:defRPr>
            </a:lvl1pPr>
            <a:lvl2pPr>
              <a:buNone/>
              <a:defRPr>
                <a:latin typeface="Lato"/>
                <a:ea typeface="Lato"/>
                <a:cs typeface="Lato"/>
              </a:defRPr>
            </a:lvl2pPr>
            <a:lvl3pPr>
              <a:buNone/>
              <a:defRPr>
                <a:latin typeface="Lato"/>
                <a:ea typeface="Lato"/>
                <a:cs typeface="Lato"/>
              </a:defRPr>
            </a:lvl3pPr>
            <a:lvl4pPr>
              <a:buNone/>
              <a:defRPr>
                <a:latin typeface="Lato"/>
                <a:ea typeface="Lato"/>
                <a:cs typeface="Lato"/>
              </a:defRPr>
            </a:lvl4pPr>
            <a:lvl5pPr>
              <a:buNone/>
              <a:defRPr>
                <a:latin typeface="Lato"/>
                <a:ea typeface="Lato"/>
                <a:cs typeface="Lato"/>
              </a:defRPr>
            </a:lvl5pPr>
          </a:lstStyle>
          <a:p xmlns:a="http://schemas.openxmlformats.org/drawingml/2006/main"/>
        </p:txBody>
      </p:sp>
      <p:sp>
        <p:nvSpPr>
          <p:cNvPr id="1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4572000" y="1423289"/>
            <a:ext cx="38862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Lato"/>
                <a:ea typeface="Lato"/>
                <a:cs typeface="Lato"/>
              </a:defRPr>
            </a:lvl1pPr>
            <a:lvl2pPr>
              <a:buNone/>
              <a:defRPr>
                <a:latin typeface="Lato"/>
                <a:ea typeface="Lato"/>
                <a:cs typeface="Lato"/>
              </a:defRPr>
            </a:lvl2pPr>
            <a:lvl3pPr>
              <a:buNone/>
              <a:defRPr>
                <a:latin typeface="Lato"/>
                <a:ea typeface="Lato"/>
                <a:cs typeface="Lato"/>
              </a:defRPr>
            </a:lvl3pPr>
            <a:lvl4pPr>
              <a:buNone/>
              <a:defRPr>
                <a:latin typeface="Lato"/>
                <a:ea typeface="Lato"/>
                <a:cs typeface="Lato"/>
              </a:defRPr>
            </a:lvl4pPr>
            <a:lvl5pPr>
              <a:buNone/>
              <a:defRPr>
                <a:latin typeface="Lato"/>
                <a:ea typeface="Lato"/>
                <a:cs typeface="Lato"/>
              </a:defRPr>
            </a:lvl5pPr>
          </a:lstStyle>
          <a:p xmlns:a="http://schemas.openxmlformats.org/drawingml/2006/main"/>
        </p:txBody>
      </p:sp>
      <p:sp>
        <p:nvSpPr>
          <p:cNvPr id="19" name="Title 6">
            <a:extLst xmlns:a="http://schemas.openxmlformats.org/drawingml/2006/main"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235077" y="78613"/>
            <a:ext cx="8673846" cy="4517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 b="1">
                <a:solidFill>
                  <a:schemeClr val="bg1"/>
                </a:solidFill>
                <a:latin typeface="Lato"/>
                <a:ea typeface="Lato"/>
                <a:cs typeface="Lato"/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>
  <p:cSld name="3_Comparison">
    <p:bg>
      <p:bgRef idx="1001">
        <a:schemeClr xmlns:a="http://schemas.openxmlformats.org/drawingml/2006/main" val="phClr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/>
          <p:nvPr>
            <p:ph type="dt" idx="10"/>
          </p:nvPr>
        </p:nvSpPr>
        <p:spPr>
          <a:xfrm xmlns:a="http://schemas.openxmlformats.org/drawingml/2006/main">
            <a:off x="628650" y="6565257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200" b="1">
                <a:solidFill>
                  <a:srgbClr val="C00000"/>
                </a:solidFill>
                <a:latin typeface="Lato"/>
                <a:ea typeface="Lato"/>
                <a:cs typeface="Lato"/>
              </a:defRPr>
            </a:lvl1pPr>
          </a:lstStyle>
          <a:p xmlns:a="http://schemas.openxmlformats.org/drawingml/2006/main"/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/>
          <p:nvPr>
            <p:ph type="ftr" idx="11"/>
          </p:nvPr>
        </p:nvSpPr>
        <p:spPr>
          <a:xfrm xmlns:a="http://schemas.openxmlformats.org/drawingml/2006/main">
            <a:off x="3028950" y="6565257"/>
            <a:ext cx="30861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ctr">
              <a:buNone/>
              <a:defRPr sz="1200" b="1">
                <a:solidFill>
                  <a:srgbClr val="C00000"/>
                </a:solidFill>
                <a:latin typeface="Lato"/>
                <a:ea typeface="Lato"/>
                <a:cs typeface="Lato"/>
              </a:defRPr>
            </a:lvl1pPr>
          </a:lstStyle>
          <a:p xmlns:a="http://schemas.openxmlformats.org/drawingml/2006/main"/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/>
          <p:nvPr>
            <p:ph type="sldNum" idx="12"/>
          </p:nvPr>
        </p:nvSpPr>
        <p:spPr>
          <a:xfrm xmlns:a="http://schemas.openxmlformats.org/drawingml/2006/main">
            <a:off x="6867383" y="6572126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r">
              <a:buNone/>
              <a:defRPr sz="1200" b="1">
                <a:solidFill>
                  <a:srgbClr val="C00000"/>
                </a:solidFill>
                <a:latin typeface="Lato"/>
                <a:ea typeface="Lato"/>
                <a:cs typeface="Lato"/>
              </a:defRPr>
            </a:lvl1pPr>
          </a:lstStyle>
          <a:p xmlns:a="http://schemas.openxmlformats.org/drawingml/2006/main"/>
        </p:txBody>
      </p:sp>
      <p:sp>
        <p:nvSpPr>
          <p:cNvPr id="11" name="Title 6">
            <a:extLst xmlns:a="http://schemas.openxmlformats.org/drawingml/2006/main"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235077" y="78613"/>
            <a:ext cx="8673846" cy="4517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 b="1">
                <a:solidFill>
                  <a:schemeClr val="bg1"/>
                </a:solidFill>
                <a:latin typeface="Lato"/>
                <a:ea typeface="Lato"/>
                <a:cs typeface="Lato"/>
              </a:defRPr>
            </a:lvl1pPr>
          </a:lstStyle>
          <a:p xmlns:a="http://schemas.openxmlformats.org/drawingml/2006/main"/>
        </p:txBody>
      </p:sp>
      <p:sp>
        <p:nvSpPr>
          <p:cNvPr id="16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/>
          <p:nvPr>
            <p:ph type="body" idx="13"/>
          </p:nvPr>
        </p:nvSpPr>
        <p:spPr>
          <a:xfrm xmlns:a="http://schemas.openxmlformats.org/drawingml/2006/main">
            <a:off x="234950" y="1164920"/>
            <a:ext cx="8674100" cy="49310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Lato"/>
                <a:ea typeface="Lato"/>
                <a:cs typeface="Lato"/>
              </a:defRPr>
            </a:lvl1pPr>
            <a:lvl2pPr>
              <a:buNone/>
              <a:defRPr>
                <a:latin typeface="Lato"/>
                <a:ea typeface="Lato"/>
                <a:cs typeface="Lato"/>
              </a:defRPr>
            </a:lvl2pPr>
            <a:lvl3pPr>
              <a:buNone/>
              <a:defRPr>
                <a:latin typeface="Lato"/>
                <a:ea typeface="Lato"/>
                <a:cs typeface="Lato"/>
              </a:defRPr>
            </a:lvl3pPr>
            <a:lvl4pPr>
              <a:buNone/>
              <a:defRPr>
                <a:latin typeface="Lato"/>
                <a:ea typeface="Lato"/>
                <a:cs typeface="Lato"/>
              </a:defRPr>
            </a:lvl4pPr>
            <a:lvl5pPr>
              <a:buNone/>
              <a:defRPr>
                <a:latin typeface="Lato"/>
                <a:ea typeface="Lato"/>
                <a:cs typeface="Lato"/>
              </a:defRPr>
            </a:lvl5pPr>
          </a:lstStyle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>
  <p:cSld name="1_Title Slide">
    <p:bg>
      <p:bgRef idx="1001">
        <a:schemeClr xmlns:a="http://schemas.openxmlformats.org/drawingml/2006/main" val="phClr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6">
            <a:extLst xmlns:a="http://schemas.openxmlformats.org/drawingml/2006/main">
              <a:ext uri="{FF2B5EF4-FFF2-40B4-BE49-F238E27FC236}">
                <a16:creationId xmlns:a16="http://schemas.microsoft.com/office/drawing/2014/main" id="{C5DD3B49-F775-49FC-ACAD-45B074D1C945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2380488" y="2365248"/>
            <a:ext cx="4383024" cy="21275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ctr">
              <a:buNone/>
              <a:defRPr sz="4800" b="1">
                <a:solidFill>
                  <a:schemeClr val="bg1"/>
                </a:solidFill>
                <a:latin typeface="Lato"/>
                <a:ea typeface="Lato"/>
                <a:cs typeface="Lato"/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>
  <p:cSld name="Custom Layout">
    <p:bg>
      <p:bgRef idx="1001">
        <a:schemeClr xmlns:a="http://schemas.openxmlformats.org/drawingml/2006/main" val="phClr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9.xml><?xml version="1.0" encoding="utf-8"?>
<p:sldLayout xmlns:p="http://schemas.openxmlformats.org/presentationml/2006/main">
  <p:cSld name="1_Comparison">
    <p:bg>
      <p:bgRef idx="1001">
        <a:schemeClr xmlns:a="http://schemas.openxmlformats.org/drawingml/2006/main" val="phClr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/>
          <p:nvPr>
            <p:ph type="dt" idx="10"/>
          </p:nvPr>
        </p:nvSpPr>
        <p:spPr>
          <a:xfrm xmlns:a="http://schemas.openxmlformats.org/drawingml/2006/main">
            <a:off x="628650" y="6565257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200" b="1">
                <a:solidFill>
                  <a:srgbClr val="C00000"/>
                </a:solidFill>
                <a:latin typeface="Lato"/>
                <a:ea typeface="Lato"/>
                <a:cs typeface="Lato"/>
              </a:defRPr>
            </a:lvl1pPr>
          </a:lstStyle>
          <a:p xmlns:a="http://schemas.openxmlformats.org/drawingml/2006/main"/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/>
          <p:nvPr>
            <p:ph type="ftr" idx="11"/>
          </p:nvPr>
        </p:nvSpPr>
        <p:spPr>
          <a:xfrm xmlns:a="http://schemas.openxmlformats.org/drawingml/2006/main">
            <a:off x="3028950" y="6565257"/>
            <a:ext cx="30861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ctr">
              <a:buNone/>
              <a:defRPr sz="1200" b="1">
                <a:solidFill>
                  <a:srgbClr val="C00000"/>
                </a:solidFill>
                <a:latin typeface="Lato"/>
                <a:ea typeface="Lato"/>
                <a:cs typeface="Lato"/>
              </a:defRPr>
            </a:lvl1pPr>
          </a:lstStyle>
          <a:p xmlns:a="http://schemas.openxmlformats.org/drawingml/2006/main"/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/>
          <p:nvPr>
            <p:ph type="sldNum" idx="12"/>
          </p:nvPr>
        </p:nvSpPr>
        <p:spPr>
          <a:xfrm xmlns:a="http://schemas.openxmlformats.org/drawingml/2006/main">
            <a:off x="6867383" y="6572126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r">
              <a:buNone/>
              <a:defRPr sz="1200" b="1">
                <a:solidFill>
                  <a:srgbClr val="C00000"/>
                </a:solidFill>
                <a:latin typeface="Lato"/>
                <a:ea typeface="Lato"/>
                <a:cs typeface="Lato"/>
              </a:defRPr>
            </a:lvl1pPr>
          </a:lstStyle>
          <a:p xmlns:a="http://schemas.openxmlformats.org/drawingml/2006/main"/>
        </p:txBody>
      </p:sp>
      <p:sp>
        <p:nvSpPr>
          <p:cNvPr id="11" name="Title 6">
            <a:extLst xmlns:a="http://schemas.openxmlformats.org/drawingml/2006/main"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235077" y="78613"/>
            <a:ext cx="8673846" cy="4517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 b="1">
                <a:solidFill>
                  <a:schemeClr val="bg1"/>
                </a:solidFill>
                <a:latin typeface="Lato"/>
                <a:ea typeface="Lato"/>
                <a:cs typeface="Lato"/>
              </a:defRPr>
            </a:lvl1pPr>
          </a:lstStyle>
          <a:p xmlns:a="http://schemas.openxmlformats.org/drawingml/2006/main"/>
        </p:txBody>
      </p:sp>
      <p:sp>
        <p:nvSpPr>
          <p:cNvPr id="16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/>
          <p:nvPr>
            <p:ph type="body" idx="13"/>
          </p:nvPr>
        </p:nvSpPr>
        <p:spPr>
          <a:xfrm xmlns:a="http://schemas.openxmlformats.org/drawingml/2006/main">
            <a:off x="234950" y="963168"/>
            <a:ext cx="8674100" cy="51328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Lato"/>
                <a:ea typeface="Lato"/>
                <a:cs typeface="Lato"/>
              </a:defRPr>
            </a:lvl1pPr>
            <a:lvl2pPr>
              <a:buNone/>
              <a:defRPr>
                <a:latin typeface="Lato"/>
                <a:ea typeface="Lato"/>
                <a:cs typeface="Lato"/>
              </a:defRPr>
            </a:lvl2pPr>
            <a:lvl3pPr>
              <a:buNone/>
              <a:defRPr>
                <a:latin typeface="Lato"/>
                <a:ea typeface="Lato"/>
                <a:cs typeface="Lato"/>
              </a:defRPr>
            </a:lvl3pPr>
            <a:lvl4pPr>
              <a:buNone/>
              <a:defRPr>
                <a:latin typeface="Lato"/>
                <a:ea typeface="Lato"/>
                <a:cs typeface="Lato"/>
              </a:defRPr>
            </a:lvl4pPr>
            <a:lvl5pPr>
              <a:buNone/>
              <a:defRPr>
                <a:latin typeface="Lato"/>
                <a:ea typeface="Lato"/>
                <a:cs typeface="Lato"/>
              </a:defRPr>
            </a:lvl5pPr>
          </a:lstStyle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>
  <p:cSld name="3_Blank">
    <p:bg>
      <p:bgRef idx="1001">
        <a:schemeClr xmlns:a="http://schemas.openxmlformats.org/drawingml/2006/main" val="phClr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 6">
            <a:extLst xmlns:a="http://schemas.openxmlformats.org/drawingml/2006/main"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235077" y="78613"/>
            <a:ext cx="8673846" cy="4517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 b="1">
                <a:solidFill>
                  <a:schemeClr val="bg1"/>
                </a:solidFill>
                <a:latin typeface="Lato"/>
                <a:ea typeface="Lato"/>
                <a:cs typeface="Lato"/>
              </a:defRPr>
            </a:lvl1pPr>
          </a:lstStyle>
          <a:p xmlns:a="http://schemas.openxmlformats.org/drawingml/2006/main"/>
        </p:txBody>
      </p:sp>
      <p:sp>
        <p:nvSpPr>
          <p:cNvPr id="1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595884" y="1533017"/>
            <a:ext cx="38862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Lato"/>
                <a:ea typeface="Lato"/>
                <a:cs typeface="Lato"/>
              </a:defRPr>
            </a:lvl1pPr>
            <a:lvl2pPr>
              <a:buNone/>
              <a:defRPr>
                <a:latin typeface="Lato"/>
                <a:ea typeface="Lato"/>
                <a:cs typeface="Lato"/>
              </a:defRPr>
            </a:lvl2pPr>
            <a:lvl3pPr>
              <a:buNone/>
              <a:defRPr>
                <a:latin typeface="Lato"/>
                <a:ea typeface="Lato"/>
                <a:cs typeface="Lato"/>
              </a:defRPr>
            </a:lvl3pPr>
            <a:lvl4pPr>
              <a:buNone/>
              <a:defRPr>
                <a:latin typeface="Lato"/>
                <a:ea typeface="Lato"/>
                <a:cs typeface="Lato"/>
              </a:defRPr>
            </a:lvl4pPr>
            <a:lvl5pPr>
              <a:buNone/>
              <a:defRPr>
                <a:latin typeface="Lato"/>
                <a:ea typeface="Lato"/>
                <a:cs typeface="Lato"/>
              </a:defRPr>
            </a:lvl5pPr>
          </a:lstStyle>
          <a:p xmlns:a="http://schemas.openxmlformats.org/drawingml/2006/main"/>
        </p:txBody>
      </p:sp>
      <p:sp>
        <p:nvSpPr>
          <p:cNvPr id="15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4639056" y="1533017"/>
            <a:ext cx="38862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Lato"/>
                <a:ea typeface="Lato"/>
                <a:cs typeface="Lato"/>
              </a:defRPr>
            </a:lvl1pPr>
            <a:lvl2pPr>
              <a:buNone/>
              <a:defRPr>
                <a:latin typeface="Lato"/>
                <a:ea typeface="Lato"/>
                <a:cs typeface="Lato"/>
              </a:defRPr>
            </a:lvl2pPr>
            <a:lvl3pPr>
              <a:buNone/>
              <a:defRPr>
                <a:latin typeface="Lato"/>
                <a:ea typeface="Lato"/>
                <a:cs typeface="Lato"/>
              </a:defRPr>
            </a:lvl3pPr>
            <a:lvl4pPr>
              <a:buNone/>
              <a:defRPr>
                <a:latin typeface="Lato"/>
                <a:ea typeface="Lato"/>
                <a:cs typeface="Lato"/>
              </a:defRPr>
            </a:lvl4pPr>
            <a:lvl5pPr>
              <a:buNone/>
              <a:defRPr>
                <a:latin typeface="Lato"/>
                <a:ea typeface="Lato"/>
                <a:cs typeface="Lato"/>
              </a:defRPr>
            </a:lvl5pPr>
          </a:lstStyle>
          <a:p xmlns:a="http://schemas.openxmlformats.org/drawingml/2006/main"/>
        </p:txBody>
      </p:sp>
      <p:sp>
        <p:nvSpPr>
          <p:cNvPr id="16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/>
          <p:nvPr>
            <p:ph type="dt" idx="10"/>
          </p:nvPr>
        </p:nvSpPr>
        <p:spPr>
          <a:xfrm xmlns:a="http://schemas.openxmlformats.org/drawingml/2006/main">
            <a:off x="628650" y="6565257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200" b="1">
                <a:solidFill>
                  <a:srgbClr val="C00000"/>
                </a:solidFill>
                <a:latin typeface="Lato"/>
                <a:ea typeface="Lato"/>
                <a:cs typeface="Lato"/>
              </a:defRPr>
            </a:lvl1pPr>
          </a:lstStyle>
          <a:p xmlns:a="http://schemas.openxmlformats.org/drawingml/2006/main"/>
        </p:txBody>
      </p:sp>
      <p:sp>
        <p:nvSpPr>
          <p:cNvPr id="1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/>
          <p:nvPr>
            <p:ph type="ftr" idx="11"/>
          </p:nvPr>
        </p:nvSpPr>
        <p:spPr>
          <a:xfrm xmlns:a="http://schemas.openxmlformats.org/drawingml/2006/main">
            <a:off x="3028950" y="6565257"/>
            <a:ext cx="30861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ctr">
              <a:buNone/>
              <a:defRPr sz="1200" b="1">
                <a:solidFill>
                  <a:srgbClr val="C00000"/>
                </a:solidFill>
                <a:latin typeface="Lato"/>
                <a:ea typeface="Lato"/>
                <a:cs typeface="Lato"/>
              </a:defRPr>
            </a:lvl1pPr>
          </a:lstStyle>
          <a:p xmlns:a="http://schemas.openxmlformats.org/drawingml/2006/main"/>
        </p:txBody>
      </p:sp>
      <p:sp>
        <p:nvSpPr>
          <p:cNvPr id="1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/>
          <p:nvPr>
            <p:ph type="sldNum" idx="12"/>
          </p:nvPr>
        </p:nvSpPr>
        <p:spPr>
          <a:xfrm xmlns:a="http://schemas.openxmlformats.org/drawingml/2006/main">
            <a:off x="6867383" y="6572126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r">
              <a:buNone/>
              <a:defRPr sz="1200" b="1">
                <a:solidFill>
                  <a:srgbClr val="C00000"/>
                </a:solidFill>
                <a:latin typeface="Lato"/>
                <a:ea typeface="Lato"/>
                <a:cs typeface="Lato"/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>
  <p:cSld name="1_Two Content">
    <p:bg>
      <p:bgRef idx="1001">
        <a:schemeClr xmlns:a="http://schemas.openxmlformats.org/drawingml/2006/main" val="phClr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/>
          <p:nvPr>
            <p:ph type="dt" idx="10"/>
          </p:nvPr>
        </p:nvSpPr>
        <p:spPr>
          <a:xfrm xmlns:a="http://schemas.openxmlformats.org/drawingml/2006/main">
            <a:off x="628650" y="6565257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200" b="1">
                <a:solidFill>
                  <a:srgbClr val="C00000"/>
                </a:solidFill>
                <a:latin typeface="Lato"/>
                <a:ea typeface="Lato"/>
                <a:cs typeface="Lato"/>
              </a:defRPr>
            </a:lvl1pPr>
          </a:lstStyle>
          <a:p xmlns:a="http://schemas.openxmlformats.org/drawingml/2006/main"/>
        </p:txBody>
      </p:sp>
      <p:sp>
        <p:nvSpPr>
          <p:cNvPr id="1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/>
          <p:nvPr>
            <p:ph type="ftr" idx="11"/>
          </p:nvPr>
        </p:nvSpPr>
        <p:spPr>
          <a:xfrm xmlns:a="http://schemas.openxmlformats.org/drawingml/2006/main">
            <a:off x="3028950" y="6565257"/>
            <a:ext cx="30861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ctr">
              <a:buNone/>
              <a:defRPr sz="1200" b="1">
                <a:solidFill>
                  <a:srgbClr val="C00000"/>
                </a:solidFill>
                <a:latin typeface="Lato"/>
                <a:ea typeface="Lato"/>
                <a:cs typeface="Lato"/>
              </a:defRPr>
            </a:lvl1pPr>
          </a:lstStyle>
          <a:p xmlns:a="http://schemas.openxmlformats.org/drawingml/2006/main"/>
        </p:txBody>
      </p:sp>
      <p:sp>
        <p:nvSpPr>
          <p:cNvPr id="1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/>
          <p:nvPr>
            <p:ph type="sldNum" idx="12"/>
          </p:nvPr>
        </p:nvSpPr>
        <p:spPr>
          <a:xfrm xmlns:a="http://schemas.openxmlformats.org/drawingml/2006/main">
            <a:off x="6867383" y="6572126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r">
              <a:buNone/>
              <a:defRPr sz="1200" b="1">
                <a:solidFill>
                  <a:srgbClr val="C00000"/>
                </a:solidFill>
                <a:latin typeface="Lato"/>
                <a:ea typeface="Lato"/>
                <a:cs typeface="Lato"/>
              </a:defRPr>
            </a:lvl1pPr>
          </a:lstStyle>
          <a:p xmlns:a="http://schemas.openxmlformats.org/drawingml/2006/main"/>
        </p:txBody>
      </p:sp>
      <p:sp>
        <p:nvSpPr>
          <p:cNvPr id="17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528828" y="1423289"/>
            <a:ext cx="38862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Lato"/>
                <a:ea typeface="Lato"/>
                <a:cs typeface="Lato"/>
              </a:defRPr>
            </a:lvl1pPr>
            <a:lvl2pPr>
              <a:buNone/>
              <a:defRPr>
                <a:latin typeface="Lato"/>
                <a:ea typeface="Lato"/>
                <a:cs typeface="Lato"/>
              </a:defRPr>
            </a:lvl2pPr>
            <a:lvl3pPr>
              <a:buNone/>
              <a:defRPr>
                <a:latin typeface="Lato"/>
                <a:ea typeface="Lato"/>
                <a:cs typeface="Lato"/>
              </a:defRPr>
            </a:lvl3pPr>
            <a:lvl4pPr>
              <a:buNone/>
              <a:defRPr>
                <a:latin typeface="Lato"/>
                <a:ea typeface="Lato"/>
                <a:cs typeface="Lato"/>
              </a:defRPr>
            </a:lvl4pPr>
            <a:lvl5pPr>
              <a:buNone/>
              <a:defRPr>
                <a:latin typeface="Lato"/>
                <a:ea typeface="Lato"/>
                <a:cs typeface="Lato"/>
              </a:defRPr>
            </a:lvl5pPr>
          </a:lstStyle>
          <a:p xmlns:a="http://schemas.openxmlformats.org/drawingml/2006/main"/>
        </p:txBody>
      </p:sp>
      <p:sp>
        <p:nvSpPr>
          <p:cNvPr id="1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4572000" y="1423289"/>
            <a:ext cx="38862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Lato"/>
                <a:ea typeface="Lato"/>
                <a:cs typeface="Lato"/>
              </a:defRPr>
            </a:lvl1pPr>
            <a:lvl2pPr>
              <a:buNone/>
              <a:defRPr>
                <a:latin typeface="Lato"/>
                <a:ea typeface="Lato"/>
                <a:cs typeface="Lato"/>
              </a:defRPr>
            </a:lvl2pPr>
            <a:lvl3pPr>
              <a:buNone/>
              <a:defRPr>
                <a:latin typeface="Lato"/>
                <a:ea typeface="Lato"/>
                <a:cs typeface="Lato"/>
              </a:defRPr>
            </a:lvl3pPr>
            <a:lvl4pPr>
              <a:buNone/>
              <a:defRPr>
                <a:latin typeface="Lato"/>
                <a:ea typeface="Lato"/>
                <a:cs typeface="Lato"/>
              </a:defRPr>
            </a:lvl4pPr>
            <a:lvl5pPr>
              <a:buNone/>
              <a:defRPr>
                <a:latin typeface="Lato"/>
                <a:ea typeface="Lato"/>
                <a:cs typeface="Lato"/>
              </a:defRPr>
            </a:lvl5pPr>
          </a:lstStyle>
          <a:p xmlns:a="http://schemas.openxmlformats.org/drawingml/2006/main"/>
        </p:txBody>
      </p:sp>
      <p:sp>
        <p:nvSpPr>
          <p:cNvPr id="19" name="Title 6">
            <a:extLst xmlns:a="http://schemas.openxmlformats.org/drawingml/2006/main"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235077" y="78613"/>
            <a:ext cx="8673846" cy="4517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 b="1">
                <a:solidFill>
                  <a:schemeClr val="bg1"/>
                </a:solidFill>
                <a:latin typeface="Lato"/>
                <a:ea typeface="Lato"/>
                <a:cs typeface="Lato"/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12.xml><?xml version="1.0" encoding="utf-8"?>
<p:sldLayout xmlns:p="http://schemas.openxmlformats.org/presentationml/2006/main">
  <p:cSld name="2_Comparison">
    <p:bg>
      <p:bgRef idx="1001">
        <a:schemeClr xmlns:a="http://schemas.openxmlformats.org/drawingml/2006/main" val="phClr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/>
          <p:nvPr>
            <p:ph type="dt" idx="10"/>
          </p:nvPr>
        </p:nvSpPr>
        <p:spPr>
          <a:xfrm xmlns:a="http://schemas.openxmlformats.org/drawingml/2006/main">
            <a:off x="628650" y="6565257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200" b="1">
                <a:solidFill>
                  <a:srgbClr val="C00000"/>
                </a:solidFill>
                <a:latin typeface="Lato"/>
                <a:ea typeface="Lato"/>
                <a:cs typeface="Lato"/>
              </a:defRPr>
            </a:lvl1pPr>
          </a:lstStyle>
          <a:p xmlns:a="http://schemas.openxmlformats.org/drawingml/2006/main"/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/>
          <p:nvPr>
            <p:ph type="ftr" idx="11"/>
          </p:nvPr>
        </p:nvSpPr>
        <p:spPr>
          <a:xfrm xmlns:a="http://schemas.openxmlformats.org/drawingml/2006/main">
            <a:off x="3028950" y="6565257"/>
            <a:ext cx="30861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ctr">
              <a:buNone/>
              <a:defRPr sz="1200" b="1">
                <a:solidFill>
                  <a:srgbClr val="C00000"/>
                </a:solidFill>
                <a:latin typeface="Lato"/>
                <a:ea typeface="Lato"/>
                <a:cs typeface="Lato"/>
              </a:defRPr>
            </a:lvl1pPr>
          </a:lstStyle>
          <a:p xmlns:a="http://schemas.openxmlformats.org/drawingml/2006/main"/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/>
          <p:nvPr>
            <p:ph type="sldNum" idx="12"/>
          </p:nvPr>
        </p:nvSpPr>
        <p:spPr>
          <a:xfrm xmlns:a="http://schemas.openxmlformats.org/drawingml/2006/main">
            <a:off x="6867383" y="6572126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r">
              <a:buNone/>
              <a:defRPr sz="1200" b="1">
                <a:solidFill>
                  <a:srgbClr val="C00000"/>
                </a:solidFill>
                <a:latin typeface="Lato"/>
                <a:ea typeface="Lato"/>
                <a:cs typeface="Lato"/>
              </a:defRPr>
            </a:lvl1pPr>
          </a:lstStyle>
          <a:p xmlns:a="http://schemas.openxmlformats.org/drawingml/2006/main"/>
        </p:txBody>
      </p:sp>
      <p:sp>
        <p:nvSpPr>
          <p:cNvPr id="11" name="Title 6">
            <a:extLst xmlns:a="http://schemas.openxmlformats.org/drawingml/2006/main"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235077" y="78613"/>
            <a:ext cx="8673846" cy="4517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 b="1">
                <a:solidFill>
                  <a:schemeClr val="bg1"/>
                </a:solidFill>
                <a:latin typeface="Lato"/>
                <a:ea typeface="Lato"/>
                <a:cs typeface="Lato"/>
              </a:defRPr>
            </a:lvl1pPr>
          </a:lstStyle>
          <a:p xmlns:a="http://schemas.openxmlformats.org/drawingml/2006/main"/>
        </p:txBody>
      </p:sp>
      <p:sp>
        <p:nvSpPr>
          <p:cNvPr id="16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/>
          <p:nvPr>
            <p:ph type="body" idx="13"/>
          </p:nvPr>
        </p:nvSpPr>
        <p:spPr>
          <a:xfrm xmlns:a="http://schemas.openxmlformats.org/drawingml/2006/main">
            <a:off x="234950" y="1227550"/>
            <a:ext cx="8674100" cy="48684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Lato"/>
                <a:ea typeface="Lato"/>
                <a:cs typeface="Lato"/>
              </a:defRPr>
            </a:lvl1pPr>
            <a:lvl2pPr>
              <a:buNone/>
              <a:defRPr>
                <a:latin typeface="Lato"/>
                <a:ea typeface="Lato"/>
                <a:cs typeface="Lato"/>
              </a:defRPr>
            </a:lvl2pPr>
            <a:lvl3pPr>
              <a:buNone/>
              <a:defRPr>
                <a:latin typeface="Lato"/>
                <a:ea typeface="Lato"/>
                <a:cs typeface="Lato"/>
              </a:defRPr>
            </a:lvl3pPr>
            <a:lvl4pPr>
              <a:buNone/>
              <a:defRPr>
                <a:latin typeface="Lato"/>
                <a:ea typeface="Lato"/>
                <a:cs typeface="Lato"/>
              </a:defRPr>
            </a:lvl4pPr>
            <a:lvl5pPr>
              <a:buNone/>
              <a:defRPr>
                <a:latin typeface="Lato"/>
                <a:ea typeface="Lato"/>
                <a:cs typeface="Lato"/>
              </a:defRPr>
            </a:lvl5pPr>
          </a:lstStyle>
          <a:p xmlns:a="http://schemas.openxmlformats.org/drawingml/2006/main"/>
        </p:txBody>
      </p:sp>
    </p:spTree>
  </p:cSld>
</p:sldLayout>
</file>

<file path=ppt/slideLayouts/slideLayout13.xml><?xml version="1.0" encoding="utf-8"?>
<p:sldLayout xmlns:p="http://schemas.openxmlformats.org/presentationml/2006/main">
  <p:cSld name="1_Section Header">
    <p:bg>
      <p:bgRef idx="1001">
        <a:schemeClr xmlns:a="http://schemas.openxmlformats.org/drawingml/2006/main" val="phClr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/>
          <p:nvPr>
            <p:ph type="dt" idx="10"/>
          </p:nvPr>
        </p:nvSpPr>
        <p:spPr>
          <a:xfrm xmlns:a="http://schemas.openxmlformats.org/drawingml/2006/main">
            <a:off x="628650" y="6565257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200" b="1">
                <a:solidFill>
                  <a:srgbClr val="C00000"/>
                </a:solidFill>
                <a:latin typeface="Lato"/>
                <a:ea typeface="Lato"/>
                <a:cs typeface="Lato"/>
              </a:defRPr>
            </a:lvl1pPr>
          </a:lstStyle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/>
          <p:nvPr>
            <p:ph type="ftr" idx="11"/>
          </p:nvPr>
        </p:nvSpPr>
        <p:spPr>
          <a:xfrm xmlns:a="http://schemas.openxmlformats.org/drawingml/2006/main">
            <a:off x="3028950" y="6565257"/>
            <a:ext cx="30861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ctr">
              <a:buNone/>
              <a:defRPr sz="1200" b="1">
                <a:solidFill>
                  <a:srgbClr val="C00000"/>
                </a:solidFill>
                <a:latin typeface="Lato"/>
                <a:ea typeface="Lato"/>
                <a:cs typeface="Lato"/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/>
          <p:nvPr>
            <p:ph type="sldNum" idx="12"/>
          </p:nvPr>
        </p:nvSpPr>
        <p:spPr>
          <a:xfrm xmlns:a="http://schemas.openxmlformats.org/drawingml/2006/main">
            <a:off x="6867383" y="6572126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r">
              <a:buNone/>
              <a:defRPr sz="1200" b="1">
                <a:solidFill>
                  <a:srgbClr val="C00000"/>
                </a:solidFill>
                <a:latin typeface="Lato"/>
                <a:ea typeface="Lato"/>
                <a:cs typeface="Lato"/>
              </a:defRPr>
            </a:lvl1pPr>
          </a:lstStyle>
          <a:p xmlns:a="http://schemas.openxmlformats.org/drawingml/2006/main"/>
        </p:txBody>
      </p:sp>
      <p:sp>
        <p:nvSpPr>
          <p:cNvPr id="10" name="Title 6">
            <a:extLst xmlns:a="http://schemas.openxmlformats.org/drawingml/2006/main">
              <a:ext uri="{FF2B5EF4-FFF2-40B4-BE49-F238E27FC236}">
                <a16:creationId xmlns:a16="http://schemas.microsoft.com/office/drawing/2014/main" id="{44DCE4FD-DEE1-4DE9-A40E-616ACEB2FECC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235077" y="78613"/>
            <a:ext cx="8673846" cy="4517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 b="1">
                <a:solidFill>
                  <a:schemeClr val="bg1"/>
                </a:solidFill>
                <a:latin typeface="Lato"/>
                <a:ea typeface="Lato"/>
                <a:cs typeface="Lato"/>
              </a:defRPr>
            </a:lvl1pPr>
          </a:lstStyle>
          <a:p xmlns:a="http://schemas.openxmlformats.org/drawingml/2006/main"/>
        </p:txBody>
      </p:sp>
      <p:sp>
        <p:nvSpPr>
          <p:cNvPr id="11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90DFCEB3-810D-48E5-B7BA-1A6C924A64A4}"/>
              </a:ext>
            </a:extLst>
          </p:cNvPr>
          <p:cNvSpPr/>
          <p:nvPr>
            <p:ph idx="13"/>
          </p:nvPr>
        </p:nvSpPr>
        <p:spPr>
          <a:xfrm xmlns:a="http://schemas.openxmlformats.org/drawingml/2006/main">
            <a:off x="235077" y="841247"/>
            <a:ext cx="8674100" cy="53033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Lato"/>
                <a:ea typeface="Lato"/>
                <a:cs typeface="Lato"/>
              </a:defRPr>
            </a:lvl1pPr>
            <a:lvl2pPr>
              <a:buNone/>
              <a:defRPr>
                <a:latin typeface="Lato"/>
                <a:ea typeface="Lato"/>
                <a:cs typeface="Lato"/>
              </a:defRPr>
            </a:lvl2pPr>
            <a:lvl3pPr>
              <a:buNone/>
              <a:defRPr>
                <a:latin typeface="Lato"/>
                <a:ea typeface="Lato"/>
                <a:cs typeface="Lato"/>
              </a:defRPr>
            </a:lvl3pPr>
            <a:lvl4pPr>
              <a:buNone/>
              <a:defRPr>
                <a:latin typeface="Lato"/>
                <a:ea typeface="Lato"/>
                <a:cs typeface="Lato"/>
              </a:defRPr>
            </a:lvl4pPr>
            <a:lvl5pPr>
              <a:buNone/>
              <a:defRPr>
                <a:latin typeface="Lato"/>
                <a:ea typeface="Lato"/>
                <a:cs typeface="Lato"/>
              </a:defRPr>
            </a:lvl5pPr>
          </a:lstStyle>
          <a:p xmlns:a="http://schemas.openxmlformats.org/drawingml/2006/main"/>
        </p:txBody>
      </p:sp>
    </p:spTree>
  </p:cSld>
</p:sldLayout>
</file>

<file path=ppt/slideLayouts/slideLayout14.xml><?xml version="1.0" encoding="utf-8"?>
<p:sldLayout xmlns:p="http://schemas.openxmlformats.org/presentationml/2006/main">
  <p:cSld name="2_Blank">
    <p:bg>
      <p:bgRef idx="1001">
        <a:schemeClr xmlns:a="http://schemas.openxmlformats.org/drawingml/2006/main" val="phClr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 6">
            <a:extLst xmlns:a="http://schemas.openxmlformats.org/drawingml/2006/main"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235077" y="78613"/>
            <a:ext cx="8673846" cy="4517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 b="1">
                <a:solidFill>
                  <a:schemeClr val="bg1"/>
                </a:solidFill>
                <a:latin typeface="Lato"/>
                <a:ea typeface="Lato"/>
                <a:cs typeface="Lato"/>
              </a:defRPr>
            </a:lvl1pPr>
          </a:lstStyle>
          <a:p xmlns:a="http://schemas.openxmlformats.org/drawingml/2006/main"/>
        </p:txBody>
      </p:sp>
      <p:sp>
        <p:nvSpPr>
          <p:cNvPr id="1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595884" y="1533017"/>
            <a:ext cx="38862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Lato"/>
                <a:ea typeface="Lato"/>
                <a:cs typeface="Lato"/>
              </a:defRPr>
            </a:lvl1pPr>
            <a:lvl2pPr>
              <a:buNone/>
              <a:defRPr>
                <a:latin typeface="Lato"/>
                <a:ea typeface="Lato"/>
                <a:cs typeface="Lato"/>
              </a:defRPr>
            </a:lvl2pPr>
            <a:lvl3pPr>
              <a:buNone/>
              <a:defRPr>
                <a:latin typeface="Lato"/>
                <a:ea typeface="Lato"/>
                <a:cs typeface="Lato"/>
              </a:defRPr>
            </a:lvl3pPr>
            <a:lvl4pPr>
              <a:buNone/>
              <a:defRPr>
                <a:latin typeface="Lato"/>
                <a:ea typeface="Lato"/>
                <a:cs typeface="Lato"/>
              </a:defRPr>
            </a:lvl4pPr>
            <a:lvl5pPr>
              <a:buNone/>
              <a:defRPr>
                <a:latin typeface="Lato"/>
                <a:ea typeface="Lato"/>
                <a:cs typeface="Lato"/>
              </a:defRPr>
            </a:lvl5pPr>
          </a:lstStyle>
          <a:p xmlns:a="http://schemas.openxmlformats.org/drawingml/2006/main"/>
        </p:txBody>
      </p:sp>
      <p:sp>
        <p:nvSpPr>
          <p:cNvPr id="15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4639056" y="1533017"/>
            <a:ext cx="38862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Lato"/>
                <a:ea typeface="Lato"/>
                <a:cs typeface="Lato"/>
              </a:defRPr>
            </a:lvl1pPr>
            <a:lvl2pPr>
              <a:buNone/>
              <a:defRPr>
                <a:latin typeface="Lato"/>
                <a:ea typeface="Lato"/>
                <a:cs typeface="Lato"/>
              </a:defRPr>
            </a:lvl2pPr>
            <a:lvl3pPr>
              <a:buNone/>
              <a:defRPr>
                <a:latin typeface="Lato"/>
                <a:ea typeface="Lato"/>
                <a:cs typeface="Lato"/>
              </a:defRPr>
            </a:lvl3pPr>
            <a:lvl4pPr>
              <a:buNone/>
              <a:defRPr>
                <a:latin typeface="Lato"/>
                <a:ea typeface="Lato"/>
                <a:cs typeface="Lato"/>
              </a:defRPr>
            </a:lvl4pPr>
            <a:lvl5pPr>
              <a:buNone/>
              <a:defRPr>
                <a:latin typeface="Lato"/>
                <a:ea typeface="Lato"/>
                <a:cs typeface="Lato"/>
              </a:defRPr>
            </a:lvl5pPr>
          </a:lstStyle>
          <a:p xmlns:a="http://schemas.openxmlformats.org/drawingml/2006/main"/>
        </p:txBody>
      </p:sp>
      <p:sp>
        <p:nvSpPr>
          <p:cNvPr id="16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/>
          <p:nvPr>
            <p:ph type="dt" idx="10"/>
          </p:nvPr>
        </p:nvSpPr>
        <p:spPr>
          <a:xfrm xmlns:a="http://schemas.openxmlformats.org/drawingml/2006/main">
            <a:off x="628650" y="6565257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200" b="1">
                <a:solidFill>
                  <a:schemeClr val="accent1">
                    <a:lumMod val="50000"/>
                  </a:schemeClr>
                </a:solidFill>
                <a:latin typeface="Lato"/>
                <a:ea typeface="Lato"/>
                <a:cs typeface="Lato"/>
              </a:defRPr>
            </a:lvl1pPr>
          </a:lstStyle>
          <a:p xmlns:a="http://schemas.openxmlformats.org/drawingml/2006/main"/>
        </p:txBody>
      </p:sp>
      <p:sp>
        <p:nvSpPr>
          <p:cNvPr id="1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/>
          <p:nvPr>
            <p:ph type="ftr" idx="11"/>
          </p:nvPr>
        </p:nvSpPr>
        <p:spPr>
          <a:xfrm xmlns:a="http://schemas.openxmlformats.org/drawingml/2006/main">
            <a:off x="3028950" y="6565257"/>
            <a:ext cx="30861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ctr">
              <a:buNone/>
              <a:defRPr sz="1200" b="1">
                <a:solidFill>
                  <a:schemeClr val="accent1">
                    <a:lumMod val="50000"/>
                  </a:schemeClr>
                </a:solidFill>
                <a:latin typeface="Lato"/>
                <a:ea typeface="Lato"/>
                <a:cs typeface="Lato"/>
              </a:defRPr>
            </a:lvl1pPr>
          </a:lstStyle>
          <a:p xmlns:a="http://schemas.openxmlformats.org/drawingml/2006/main"/>
        </p:txBody>
      </p:sp>
      <p:sp>
        <p:nvSpPr>
          <p:cNvPr id="1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/>
          <p:nvPr>
            <p:ph type="sldNum" idx="12"/>
          </p:nvPr>
        </p:nvSpPr>
        <p:spPr>
          <a:xfrm xmlns:a="http://schemas.openxmlformats.org/drawingml/2006/main">
            <a:off x="6867383" y="6572126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r">
              <a:buNone/>
              <a:defRPr sz="1200" b="1">
                <a:solidFill>
                  <a:schemeClr val="accent1">
                    <a:lumMod val="50000"/>
                  </a:schemeClr>
                </a:solidFill>
                <a:latin typeface="Lato"/>
                <a:ea typeface="Lato"/>
                <a:cs typeface="Lato"/>
              </a:defRPr>
            </a:lvl1pPr>
          </a:lstStyle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100b19626dbe4c72" /><Relationship Type="http://schemas.openxmlformats.org/officeDocument/2006/relationships/slideLayout" Target="/ppt/slideLayouts/slideLayout2.xml" Id="R52ef9df5c86a4512" /><Relationship Type="http://schemas.openxmlformats.org/officeDocument/2006/relationships/slideLayout" Target="/ppt/slideLayouts/slideLayout3.xml" Id="R6126642f6b584187" /><Relationship Type="http://schemas.openxmlformats.org/officeDocument/2006/relationships/slideLayout" Target="/ppt/slideLayouts/slideLayout4.xml" Id="R60e853ecce19408e" /><Relationship Type="http://schemas.openxmlformats.org/officeDocument/2006/relationships/slideLayout" Target="/ppt/slideLayouts/slideLayout5.xml" Id="Rda16813e55f14bc1" /><Relationship Type="http://schemas.openxmlformats.org/officeDocument/2006/relationships/slideLayout" Target="/ppt/slideLayouts/slideLayout6.xml" Id="Rf7a11eb3e25e4912" /><Relationship Type="http://schemas.openxmlformats.org/officeDocument/2006/relationships/slideLayout" Target="/ppt/slideLayouts/slideLayout7.xml" Id="R3e75312f3e394a95" /><Relationship Type="http://schemas.openxmlformats.org/officeDocument/2006/relationships/slideLayout" Target="/ppt/slideLayouts/slideLayout8.xml" Id="R1de71db8fed544c2" /><Relationship Type="http://schemas.openxmlformats.org/officeDocument/2006/relationships/slideLayout" Target="/ppt/slideLayouts/slideLayout9.xml" Id="Rc85b24cc694a452f" /><Relationship Type="http://schemas.openxmlformats.org/officeDocument/2006/relationships/slideLayout" Target="/ppt/slideLayouts/slideLayout10.xml" Id="R6d741feb5c6f4d43" /><Relationship Type="http://schemas.openxmlformats.org/officeDocument/2006/relationships/slideLayout" Target="/ppt/slideLayouts/slideLayout11.xml" Id="Rf062a4b4688c4196" /><Relationship Type="http://schemas.openxmlformats.org/officeDocument/2006/relationships/slideLayout" Target="/ppt/slideLayouts/slideLayout12.xml" Id="R7e3f05ecede44c03" /><Relationship Type="http://schemas.openxmlformats.org/officeDocument/2006/relationships/slideLayout" Target="/ppt/slideLayouts/slideLayout13.xml" Id="R13bc6d9f72514253" /><Relationship Type="http://schemas.openxmlformats.org/officeDocument/2006/relationships/slideLayout" Target="/ppt/slideLayouts/slideLayout14.xml" Id="Rf96ffbb35b7343f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phClr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ef9df5c86a4512"/>
    <p:sldLayoutId xmlns:r="http://schemas.openxmlformats.org/officeDocument/2006/relationships" id="2147483650" r:id="R6126642f6b584187"/>
    <p:sldLayoutId xmlns:r="http://schemas.openxmlformats.org/officeDocument/2006/relationships" id="2147483651" r:id="R60e853ecce19408e"/>
    <p:sldLayoutId xmlns:r="http://schemas.openxmlformats.org/officeDocument/2006/relationships" id="2147483652" r:id="Rda16813e55f14bc1"/>
    <p:sldLayoutId xmlns:r="http://schemas.openxmlformats.org/officeDocument/2006/relationships" id="2147483653" r:id="Rf7a11eb3e25e4912"/>
    <p:sldLayoutId xmlns:r="http://schemas.openxmlformats.org/officeDocument/2006/relationships" id="2147483654" r:id="R3e75312f3e394a95"/>
    <p:sldLayoutId xmlns:r="http://schemas.openxmlformats.org/officeDocument/2006/relationships" id="2147483655" r:id="R1de71db8fed544c2"/>
    <p:sldLayoutId xmlns:r="http://schemas.openxmlformats.org/officeDocument/2006/relationships" id="2147483656" r:id="Rc85b24cc694a452f"/>
    <p:sldLayoutId xmlns:r="http://schemas.openxmlformats.org/officeDocument/2006/relationships" id="2147483657" r:id="R6d741feb5c6f4d43"/>
    <p:sldLayoutId xmlns:r="http://schemas.openxmlformats.org/officeDocument/2006/relationships" id="2147483658" r:id="Rf062a4b4688c4196"/>
    <p:sldLayoutId xmlns:r="http://schemas.openxmlformats.org/officeDocument/2006/relationships" id="2147483659" r:id="R7e3f05ecede44c03"/>
    <p:sldLayoutId xmlns:r="http://schemas.openxmlformats.org/officeDocument/2006/relationships" id="2147483660" r:id="R13bc6d9f72514253"/>
    <p:sldLayoutId xmlns:r="http://schemas.openxmlformats.org/officeDocument/2006/relationships" id="2147483661" r:id="Rf96ffbb35b7343f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30eaed1b37954302" /><Relationship Type="http://schemas.openxmlformats.org/officeDocument/2006/relationships/image" Target="/ppt/media/image.png" Id="R9c2a82e7e7bc4524" /><Relationship Type="http://schemas.openxmlformats.org/officeDocument/2006/relationships/notesSlide" Target="/ppt/notesSlides/notesSlide1.xml" Id="R913b77878f0e4e9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76ac5367b1454725" /><Relationship Type="http://schemas.openxmlformats.org/officeDocument/2006/relationships/notesSlide" Target="/ppt/notesSlides/notesSlide2.xml" Id="R38243b503fa14b8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36b4aba3b0e2403d" /><Relationship Type="http://schemas.openxmlformats.org/officeDocument/2006/relationships/notesSlide" Target="/ppt/notesSlides/notesSlide3.xml" Id="Rd3c860cdd87d4a3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2fab0023b3154793" /><Relationship Type="http://schemas.openxmlformats.org/officeDocument/2006/relationships/notesSlide" Target="/ppt/notesSlides/notesSlide4.xml" Id="R755864bbfb1f4ee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3ba0ed464524a5e" /><Relationship Type="http://schemas.openxmlformats.org/officeDocument/2006/relationships/notesSlide" Target="/ppt/notesSlides/notesSlide5.xml" Id="R9bf67ddab9f14a3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046d7ec43f80408a" /><Relationship Type="http://schemas.openxmlformats.org/officeDocument/2006/relationships/notesSlide" Target="/ppt/notesSlides/notesSlide6.xml" Id="R6d937a4461f8467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63efded6eb4def" /><Relationship Type="http://schemas.openxmlformats.org/officeDocument/2006/relationships/notesSlide" Target="/ppt/notesSlides/notesSlide7.xml" Id="R1b2ae53607524a0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ff5f20218ed14a54" /><Relationship Type="http://schemas.openxmlformats.org/officeDocument/2006/relationships/notesSlide" Target="/ppt/notesSlides/notesSlide8.xml" Id="Rc51dea8f5390443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a513e34bc23141ed" /><Relationship Type="http://schemas.openxmlformats.org/officeDocument/2006/relationships/notesSlide" Target="/ppt/notesSlides/notesSlide9.xml" Id="R66a4e71edbfc454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2ccd6885a874e4d" /><Relationship Type="http://schemas.openxmlformats.org/officeDocument/2006/relationships/notesSlide" Target="/ppt/notesSlides/notesSlide10.xml" Id="R1ae86a9ccf2a41f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2a82e7e7bc4524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13012" y="398419"/>
            <a:ext cx="2037225" cy="611594"/>
          </a:xfrm>
          <a:prstGeom xmlns:a="http://schemas.openxmlformats.org/drawingml/2006/main" prst="rect">
            <a:avLst/>
          </a:prstGeom>
        </p:spPr>
      </p:pic>
      <p:sp>
        <p:nvSpPr>
          <p:cNvPr id="11" name="Title 6">
            <a:extLst xmlns:a="http://schemas.openxmlformats.org/drawingml/2006/main">
              <a:ext uri="{FF2B5EF4-FFF2-40B4-BE49-F238E27FC236}">
                <a16:creationId xmlns:a16="http://schemas.microsoft.com/office/drawing/2014/main" id="{FF8BDF70-CFA6-4031-86B7-31F910D81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012" y="1059975"/>
            <a:ext cx="7342482" cy="8487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buNone/>
              <a:defRPr sz="5400" b="1">
                <a:solidFill>
                  <a:srgbClr val="C00000"/>
                </a:solidFill>
                <a:latin typeface="Lato"/>
                <a:ea typeface="Lato"/>
                <a:cs typeface="Lato"/>
              </a:defRPr>
            </a:lvl1pPr>
          </a:lstStyle>
          <a:p xmlns:a="http://schemas.openxmlformats.org/drawingml/2006/main">
            <a:pPr algn="l"/>
            <a:r>
              <a:rPr sz="1650" b="1">
                <a:solidFill>
                  <a:srgbClr val="A30D12"/>
                </a:solidFill>
                <a:latin typeface="Lato"/>
                <a:ea typeface="Lato"/>
                <a:cs typeface="Lato"/>
              </a:rPr>
              <a:t>Capture NGS Variant Confidence Classifier</a:t>
            </a:r>
          </a:p>
        </p:txBody>
      </p:sp>
      <p:sp>
        <p:nvSpPr>
          <p:cNvPr id="13" name="explicit white background">
            <a:extLst xmlns:a="http://schemas.openxmlformats.org/drawingml/2006/main">
              <a:ext uri="{FF2B5EF4-FFF2-40B4-BE49-F238E27FC236}">
                <a16:creationId xmlns:a16="http://schemas.microsoft.com/office/drawing/2014/main" id="{B2809AEF-B5AF-4851-B480-E8D8A1FE9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A486C3-6F80-4F82-866F-7F8882619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0"/>
            <a:ext cx="1047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7E8"/>
          </a:solidFill>
          <a:ln xmlns:a="http://schemas.openxmlformats.org/drawingml/2006/main" w="0">
            <a:solidFill>
              <a:srgbClr val="F7E7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A525FE-BA9F-4FFF-BFF4-A2D48BA88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0"/>
            <a:ext cx="495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DEA854-2956-4AC7-BC96-2CAB61E03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0D12"/>
          </a:solidFill>
          <a:ln xmlns:a="http://schemas.openxmlformats.org/drawingml/2006/main" w="0">
            <a:solidFill>
              <a:srgbClr val="A30D1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2BBC98-0268-4BF8-8FE5-5AAFBAC52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0"/>
            <a:ext cx="7429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Dự án cá nhân: Logistic Regression cho đánh giá độ tin cậy variant call</a:t>
            </a:r>
          </a:p>
          <a:p xmlns:a="http://schemas.openxmlformats.org/drawingml/2006/main">
            <a:pPr algn="l">
              <a:defRPr sz="1275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Dữ liệu public variant-level | Mục tiêu: mô hình bảo thủ, FP = 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72AAFE-24AB-431D-985C-0FAF9714E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19450"/>
            <a:ext cx="1695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7E8"/>
          </a:solidFill>
          <a:ln xmlns:a="http://schemas.openxmlformats.org/drawingml/2006/main" w="9525">
            <a:solidFill>
              <a:srgbClr val="B8CCD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9CC829-F33C-49F4-8BB7-7FA2254B5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95650"/>
            <a:ext cx="1543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A30D12"/>
                </a:solidFill>
                <a:latin typeface="Lato"/>
                <a:ea typeface="Lato"/>
                <a:cs typeface="Lato"/>
              </a:defRPr>
            </a:pPr>
            <a:r>
              <a:rPr sz="1875" b="1">
                <a:solidFill>
                  <a:srgbClr val="A30D12"/>
                </a:solidFill>
                <a:latin typeface="Lato"/>
                <a:ea typeface="Lato"/>
                <a:cs typeface="Lato"/>
              </a:rPr>
              <a:t>7,179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F95A26-AB4B-461D-91FC-981605BAF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67125"/>
            <a:ext cx="1543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variants trong dataset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D92FD3-98A5-4E35-AF86-F4A779786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219450"/>
            <a:ext cx="1695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8"/>
          </a:solidFill>
          <a:ln xmlns:a="http://schemas.openxmlformats.org/drawingml/2006/main" w="9525">
            <a:solidFill>
              <a:srgbClr val="B8CCD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7B80D1-87DA-48A0-BA0D-F4FDFED09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295650"/>
            <a:ext cx="1543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8A5A00"/>
                </a:solidFill>
                <a:latin typeface="Lato"/>
                <a:ea typeface="Lato"/>
                <a:cs typeface="Lato"/>
              </a:defRPr>
            </a:pPr>
            <a:r>
              <a:rPr sz="1875" b="1">
                <a:solidFill>
                  <a:srgbClr val="8A5A00"/>
                </a:solidFill>
                <a:latin typeface="Lato"/>
                <a:ea typeface="Lato"/>
                <a:cs typeface="Lato"/>
              </a:rPr>
              <a:t>14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C5507D-A1B9-49AA-9DD5-C765F1A35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667125"/>
            <a:ext cx="1543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features sử dụng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0334C9-FA00-4C53-A5E8-F006EAF16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219450"/>
            <a:ext cx="20383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7"/>
          </a:solidFill>
          <a:ln xmlns:a="http://schemas.openxmlformats.org/drawingml/2006/main" w="9525">
            <a:solidFill>
              <a:srgbClr val="B8CCD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726463-0A85-4796-904B-527868438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295650"/>
            <a:ext cx="1885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547A"/>
                </a:solidFill>
                <a:latin typeface="Lato"/>
                <a:ea typeface="Lato"/>
                <a:cs typeface="Lato"/>
              </a:defRPr>
            </a:pPr>
            <a:r>
              <a:rPr sz="1875" b="1">
                <a:solidFill>
                  <a:srgbClr val="24547A"/>
                </a:solidFill>
                <a:latin typeface="Lato"/>
                <a:ea typeface="Lato"/>
                <a:cs typeface="Lato"/>
              </a:rPr>
              <a:t>0.999831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731577-8E1A-4DDF-8FC1-263EEF2A7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667125"/>
            <a:ext cx="1885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AUC chạy thử test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C8D931-915B-46EB-A6F6-329BB2FC8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219450"/>
            <a:ext cx="1314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EB"/>
          </a:solidFill>
          <a:ln xmlns:a="http://schemas.openxmlformats.org/drawingml/2006/main" w="9525">
            <a:solidFill>
              <a:srgbClr val="B8CCD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238733-7D88-44AD-9350-760AEAFB3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295650"/>
            <a:ext cx="1162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D7A45"/>
                </a:solidFill>
                <a:latin typeface="Lato"/>
                <a:ea typeface="Lato"/>
                <a:cs typeface="Lato"/>
              </a:defRPr>
            </a:pPr>
            <a:r>
              <a:rPr sz="1875" b="1">
                <a:solidFill>
                  <a:srgbClr val="2D7A45"/>
                </a:solidFill>
                <a:latin typeface="Lato"/>
                <a:ea typeface="Lato"/>
                <a:cs typeface="Lato"/>
              </a:rPr>
              <a:t>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4A59A8-7B40-4DF8-98D6-99B84EEEE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667125"/>
            <a:ext cx="1162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False Positive test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DCFFCEA-8EAC-4A32-8895-CEF19AD25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286500"/>
            <a:ext cx="809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pPr>
            <a:r>
              <a:rPr sz="788" b="0">
                <a:solidFill>
                  <a:srgbClr val="777777"/>
                </a:solidFill>
                <a:latin typeface="Calibri"/>
                <a:ea typeface="Calibri"/>
                <a:cs typeface="Calibri"/>
              </a:rPr>
              <a:t>Nguồn dữ liệu: public variant-level Excel dataset</a:t>
            </a:r>
          </a:p>
        </p:txBody>
      </p:sp>
    </p:spTree>
    <p:extLst>
      <p:ext uri="{BB962C8B-B14F-4D97-AF65-F5344CB8AC3E}">
        <p14:creationId xmlns:p14="http://schemas.microsoft.com/office/powerpoint/2010/main" val="74317291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FB6CB3A-046A-4C56-A02D-DBF672421C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54052" y="112543"/>
            <a:ext cx="8635896" cy="4360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sz="2175" b="1">
                <a:solidFill>
                  <a:srgbClr val="FFFFFF"/>
                </a:solidFill>
                <a:latin typeface="Lato"/>
                <a:ea typeface="Lato"/>
                <a:cs typeface="Lato"/>
              </a:rPr>
              <a:t>Bài toán và yêu cầu mô hình</a:t>
            </a:r>
          </a:p>
        </p:txBody>
      </p:sp>
      <p:sp>
        <p:nvSpPr>
          <p:cNvPr id="5" name="explicit white background">
            <a:extLst xmlns:a="http://schemas.openxmlformats.org/drawingml/2006/main">
              <a:ext uri="{FF2B5EF4-FFF2-40B4-BE49-F238E27FC236}">
                <a16:creationId xmlns:a16="http://schemas.microsoft.com/office/drawing/2014/main" id="{006D2AD2-348E-4842-B709-B4BC26F53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" name="HUST red title bar">
            <a:extLst xmlns:a="http://schemas.openxmlformats.org/drawingml/2006/main">
              <a:ext uri="{FF2B5EF4-FFF2-40B4-BE49-F238E27FC236}">
                <a16:creationId xmlns:a16="http://schemas.microsoft.com/office/drawing/2014/main" id="{E2584F20-2A48-419F-A329-A0E3B1B59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0D12"/>
          </a:solidFill>
          <a:ln xmlns:a="http://schemas.openxmlformats.org/drawingml/2006/main" w="0">
            <a:solidFill>
              <a:srgbClr val="A30D12"/>
            </a:solidFill>
            <a:prstDash val="solid"/>
          </a:ln>
        </p:spPr>
      </p:sp>
      <p:sp>
        <p:nvSpPr>
          <p:cNvPr id="7" name="HUST gold divider">
            <a:extLst xmlns:a="http://schemas.openxmlformats.org/drawingml/2006/main">
              <a:ext uri="{FF2B5EF4-FFF2-40B4-BE49-F238E27FC236}">
                <a16:creationId xmlns:a16="http://schemas.microsoft.com/office/drawing/2014/main" id="{7D2E09F0-4242-48B7-8EDA-F0CFC987C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9144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A2B"/>
          </a:solidFill>
          <a:ln xmlns:a="http://schemas.openxmlformats.org/drawingml/2006/main" w="0">
            <a:solidFill>
              <a:srgbClr val="D89A2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3170B3-486D-4451-BC35-6AF64966C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4960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30D12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A30D12"/>
                </a:solidFill>
                <a:latin typeface="Lato"/>
                <a:ea typeface="Lato"/>
                <a:cs typeface="Lato"/>
              </a:rPr>
              <a:t>HUST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A85E22-F60A-44D1-8583-5D1171729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572250"/>
            <a:ext cx="7810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1A5"/>
          </a:solidFill>
          <a:ln xmlns:a="http://schemas.openxmlformats.org/drawingml/2006/main" w="0">
            <a:solidFill>
              <a:srgbClr val="D6A1A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05342E-C370-472B-94DA-0FD7A6F4E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381000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7D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CB4168-C9B7-4CCC-8DCE-06E1FF84E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3581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30D12"/>
                </a:solidFill>
                <a:latin typeface="Lato"/>
                <a:ea typeface="Lato"/>
                <a:cs typeface="Lato"/>
              </a:defRPr>
            </a:pPr>
            <a:r>
              <a:rPr sz="1275" b="1">
                <a:solidFill>
                  <a:srgbClr val="A30D12"/>
                </a:solidFill>
                <a:latin typeface="Lato"/>
                <a:ea typeface="Lato"/>
                <a:cs typeface="Lato"/>
              </a:rPr>
              <a:t>Vấn đề trong clinical NGS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88B399-C852-430D-84E3-8C771010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35814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- NGS capture-based tạo nhiều variant call, nhưng chất lượng không đồng nhất.</a:t>
            </a:r>
          </a:p>
          <a:p xmlns:a="http://schemas.openxmlformats.org/drawingml/2006/main">
            <a:pPr algn="l">
              <a:defRPr sz="1350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- Một nhóm nhỏ variant khó gọi có thể là artifact do depth, mapping, strand bias hoặc vùng lặp.</a:t>
            </a:r>
          </a:p>
          <a:p xmlns:a="http://schemas.openxmlformats.org/drawingml/2006/main">
            <a:pPr algn="l">
              <a:defRPr sz="1350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- Báo cáo nhầm variant giả có rủi ro cao trong bối cảnh lâm sàng.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2FCA4E-D631-47FD-A9B3-65E96A4A4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352550"/>
            <a:ext cx="369570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7D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3EE4ED-8E2E-41FA-BA20-35030CCF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447800"/>
            <a:ext cx="3467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30D12"/>
                </a:solidFill>
                <a:latin typeface="Lato"/>
                <a:ea typeface="Lato"/>
                <a:cs typeface="Lato"/>
              </a:defRPr>
            </a:pPr>
            <a:r>
              <a:rPr sz="1275" b="1">
                <a:solidFill>
                  <a:srgbClr val="A30D12"/>
                </a:solidFill>
                <a:latin typeface="Lato"/>
                <a:ea typeface="Lato"/>
                <a:cs typeface="Lato"/>
              </a:rPr>
              <a:t>Mục tiêu của dự án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045622-6B93-440E-8786-033E97ADC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752600"/>
            <a:ext cx="34671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- Học từ các variant đã được xác nhận bằng Sanger.</a:t>
            </a:r>
          </a:p>
          <a:p xmlns:a="http://schemas.openxmlformats.org/drawingml/2006/main">
            <a:pPr algn="l">
              <a:defRPr sz="1350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- Gán High confidence cho variant có thể tin cậy bằng NGS.</a:t>
            </a:r>
          </a:p>
          <a:p xmlns:a="http://schemas.openxmlformats.org/drawingml/2006/main">
            <a:pPr algn="l">
              <a:defRPr sz="1350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- Giữ Low confidence cho ca cần kiểm tra bổ sung.</a:t>
            </a:r>
          </a:p>
          <a:p xmlns:a="http://schemas.openxmlformats.org/drawingml/2006/main">
            <a:pPr algn="l">
              <a:defRPr sz="1350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- Ưu tiên zero false-positive hơn tối đa recall.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FED429-DCFD-4827-BE5A-55CACA6A0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10100"/>
            <a:ext cx="723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7E8"/>
          </a:solidFill>
          <a:ln xmlns:a="http://schemas.openxmlformats.org/drawingml/2006/main" w="9525">
            <a:solidFill>
              <a:srgbClr val="E6B7B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1C6FCE-E668-41F6-B0C3-A0ABC79B0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772025"/>
            <a:ext cx="6819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D0710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7D0710"/>
                </a:solidFill>
                <a:latin typeface="Calibri"/>
                <a:ea typeface="Calibri"/>
                <a:cs typeface="Calibri"/>
              </a:rPr>
              <a:t>Nguyên tắc báo cáo: High confidence chỉ khi xác suất &gt;= ngưỡng bảo thủ và FP trên Dev bằng 0.</a:t>
            </a:r>
          </a:p>
        </p:txBody>
      </p:sp>
    </p:spTree>
    <p:extLst>
      <p:ext uri="{BB962C8B-B14F-4D97-AF65-F5344CB8AC3E}">
        <p14:creationId xmlns:p14="http://schemas.microsoft.com/office/powerpoint/2010/main" val="6408465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F39C6F49-1887-4BE4-A583-FB79B8A229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sz="2175" b="1">
                <a:solidFill>
                  <a:srgbClr val="FFFFFF"/>
                </a:solidFill>
                <a:latin typeface="Lato"/>
                <a:ea typeface="Lato"/>
                <a:cs typeface="Lato"/>
              </a:rPr>
              <a:t>Dữ liệu và 14 feature sử dụng</a:t>
            </a:r>
          </a:p>
        </p:txBody>
      </p:sp>
      <p:sp>
        <p:nvSpPr>
          <p:cNvPr id="5" name="explicit white background">
            <a:extLst xmlns:a="http://schemas.openxmlformats.org/drawingml/2006/main">
              <a:ext uri="{FF2B5EF4-FFF2-40B4-BE49-F238E27FC236}">
                <a16:creationId xmlns:a16="http://schemas.microsoft.com/office/drawing/2014/main" id="{8117226A-49D1-4EA2-8DCB-60FA48FCB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" name="HUST red title bar">
            <a:extLst xmlns:a="http://schemas.openxmlformats.org/drawingml/2006/main">
              <a:ext uri="{FF2B5EF4-FFF2-40B4-BE49-F238E27FC236}">
                <a16:creationId xmlns:a16="http://schemas.microsoft.com/office/drawing/2014/main" id="{302E1A26-A150-49F8-82F6-CC9AD737D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0D12"/>
          </a:solidFill>
          <a:ln xmlns:a="http://schemas.openxmlformats.org/drawingml/2006/main" w="0">
            <a:solidFill>
              <a:srgbClr val="A30D12"/>
            </a:solidFill>
            <a:prstDash val="solid"/>
          </a:ln>
        </p:spPr>
      </p:sp>
      <p:sp>
        <p:nvSpPr>
          <p:cNvPr id="7" name="HUST gold divider">
            <a:extLst xmlns:a="http://schemas.openxmlformats.org/drawingml/2006/main">
              <a:ext uri="{FF2B5EF4-FFF2-40B4-BE49-F238E27FC236}">
                <a16:creationId xmlns:a16="http://schemas.microsoft.com/office/drawing/2014/main" id="{D4ED5AA4-2930-41CB-AF82-83D406A8F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9144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A2B"/>
          </a:solidFill>
          <a:ln xmlns:a="http://schemas.openxmlformats.org/drawingml/2006/main" w="0">
            <a:solidFill>
              <a:srgbClr val="D89A2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9D0FF5-469D-4C7F-AA36-0EE52EE82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4960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30D12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A30D12"/>
                </a:solidFill>
                <a:latin typeface="Lato"/>
                <a:ea typeface="Lato"/>
                <a:cs typeface="Lato"/>
              </a:rPr>
              <a:t>HUST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9514AC-B139-4E8E-8F43-12BFC94AE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572250"/>
            <a:ext cx="7810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1A5"/>
          </a:solidFill>
          <a:ln xmlns:a="http://schemas.openxmlformats.org/drawingml/2006/main" w="0">
            <a:solidFill>
              <a:srgbClr val="D6A1A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8DA5B0-C092-4185-9E81-97A5C7902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2190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7"/>
          </a:solidFill>
          <a:ln xmlns:a="http://schemas.openxmlformats.org/drawingml/2006/main" w="9525">
            <a:solidFill>
              <a:srgbClr val="B8CCD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BCBDD3-25B8-4621-98F2-116F139B8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52500"/>
            <a:ext cx="2038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547A"/>
                </a:solidFill>
                <a:latin typeface="Lato"/>
                <a:ea typeface="Lato"/>
                <a:cs typeface="Lato"/>
              </a:defRPr>
            </a:pPr>
            <a:r>
              <a:rPr sz="1725" b="1">
                <a:solidFill>
                  <a:srgbClr val="24547A"/>
                </a:solidFill>
                <a:latin typeface="Lato"/>
                <a:ea typeface="Lato"/>
                <a:cs typeface="Lato"/>
              </a:rPr>
              <a:t>70 / 15 / 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6627D1-5F70-492C-84EF-F18BF0454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23975"/>
            <a:ext cx="2038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Train / Dev / 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C3448A-CCCD-45A9-A03C-3EC704BB6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876300"/>
            <a:ext cx="180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EB"/>
          </a:solidFill>
          <a:ln xmlns:a="http://schemas.openxmlformats.org/drawingml/2006/main" w="9525">
            <a:solidFill>
              <a:srgbClr val="B8CC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512C4F-DE51-4D81-88B3-185363131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952500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D7A45"/>
                </a:solidFill>
                <a:latin typeface="Lato"/>
                <a:ea typeface="Lato"/>
                <a:cs typeface="Lato"/>
              </a:defRPr>
            </a:pPr>
            <a:r>
              <a:rPr sz="1725" b="1">
                <a:solidFill>
                  <a:srgbClr val="2D7A45"/>
                </a:solidFill>
                <a:latin typeface="Lato"/>
                <a:ea typeface="Lato"/>
                <a:cs typeface="Lato"/>
              </a:rPr>
              <a:t>Present = 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E91458-CC7D-45FF-B337-A23715173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323975"/>
            <a:ext cx="1657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Target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1951D6-9DB7-427D-8BD4-572CA373D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8763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7E8"/>
          </a:solidFill>
          <a:ln xmlns:a="http://schemas.openxmlformats.org/drawingml/2006/main" w="9525">
            <a:solidFill>
              <a:srgbClr val="B8CC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630BED-A258-4659-B5CF-6EBE52E1F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952500"/>
            <a:ext cx="1943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A30D12"/>
                </a:solidFill>
                <a:latin typeface="Lato"/>
                <a:ea typeface="Lato"/>
                <a:cs typeface="Lato"/>
              </a:defRPr>
            </a:pPr>
            <a:r>
              <a:rPr sz="1725" b="1">
                <a:solidFill>
                  <a:srgbClr val="A30D12"/>
                </a:solidFill>
                <a:latin typeface="Lato"/>
                <a:ea typeface="Lato"/>
                <a:cs typeface="Lato"/>
              </a:rPr>
              <a:t>Not present = 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CF91AB-6FF6-4FE5-9A5E-E6074A31B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323975"/>
            <a:ext cx="1943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Negative class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6129B8-9233-4310-A121-1044D6810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876300"/>
            <a:ext cx="1428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8"/>
          </a:solidFill>
          <a:ln xmlns:a="http://schemas.openxmlformats.org/drawingml/2006/main" w="9525">
            <a:solidFill>
              <a:srgbClr val="B8CCD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49DE6D-6B35-4256-9A4C-23345261A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952500"/>
            <a:ext cx="1276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8A5A00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8A5A00"/>
                </a:solidFill>
                <a:latin typeface="Lato"/>
                <a:ea typeface="Lato"/>
                <a:cs typeface="Lato"/>
              </a:rPr>
              <a:t>Excel data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4DBA13-DEFC-4705-9ACA-3596E698B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323975"/>
            <a:ext cx="1276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Source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5607E0-8DB7-42AC-AE50-9DF609A55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62150"/>
            <a:ext cx="1809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7D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6DBD0B-943A-4F03-BE73-DFBE63F18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57400"/>
            <a:ext cx="1581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30D12"/>
                </a:solidFill>
                <a:latin typeface="Lato"/>
                <a:ea typeface="Lato"/>
                <a:cs typeface="Lato"/>
              </a:defRPr>
            </a:pPr>
            <a:r>
              <a:rPr sz="1275" b="1">
                <a:solidFill>
                  <a:srgbClr val="A30D12"/>
                </a:solidFill>
                <a:latin typeface="Lato"/>
                <a:ea typeface="Lato"/>
                <a:cs typeface="Lato"/>
              </a:rPr>
              <a:t>Read support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D7C20B-5983-4DB2-AC52-5346F1465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1581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DP, AD, AF</a:t>
            </a:r>
          </a:p>
          <a:p xmlns:a="http://schemas.openxmlformats.org/drawingml/2006/main">
            <a:pPr algn="l">
              <a:defRPr sz="1425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AF = AD / DP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3C5994-9D47-42B4-84DC-0FE788934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962150"/>
            <a:ext cx="2381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7D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5E6F7F-659A-4A6D-8EC7-7B32EB0AD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057400"/>
            <a:ext cx="2152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30D12"/>
                </a:solidFill>
                <a:latin typeface="Lato"/>
                <a:ea typeface="Lato"/>
                <a:cs typeface="Lato"/>
              </a:defRPr>
            </a:pPr>
            <a:r>
              <a:rPr sz="1275" b="1">
                <a:solidFill>
                  <a:srgbClr val="A30D12"/>
                </a:solidFill>
                <a:latin typeface="Lato"/>
                <a:ea typeface="Lato"/>
                <a:cs typeface="Lato"/>
              </a:rPr>
              <a:t>Call quality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B0A907-1CA2-4489-972F-80BF9A14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362200"/>
            <a:ext cx="21526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QUAL, QD, MQ, GQ, FS</a:t>
            </a:r>
          </a:p>
          <a:p xmlns:a="http://schemas.openxmlformats.org/drawingml/2006/main">
            <a:pPr algn="l">
              <a:defRPr sz="1350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QD = QUAL / DP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8F4763-31CF-4BA8-ABE0-3E680E40E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962150"/>
            <a:ext cx="2381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7D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EE9212-5649-4AFE-9D43-ABA128D42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057400"/>
            <a:ext cx="2152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30D12"/>
                </a:solidFill>
                <a:latin typeface="Lato"/>
                <a:ea typeface="Lato"/>
                <a:cs typeface="Lato"/>
              </a:defRPr>
            </a:pPr>
            <a:r>
              <a:rPr sz="1275" b="1">
                <a:solidFill>
                  <a:srgbClr val="A30D12"/>
                </a:solidFill>
                <a:latin typeface="Lato"/>
                <a:ea typeface="Lato"/>
                <a:cs typeface="Lato"/>
              </a:rPr>
              <a:t>Sequence context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2D4B88-9DBE-41AE-8B64-16ECAF09E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362200"/>
            <a:ext cx="21526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gc_5, gc_20, gc_50</a:t>
            </a:r>
          </a:p>
          <a:p xmlns:a="http://schemas.openxmlformats.org/drawingml/2006/main">
            <a:pPr algn="l">
              <a:defRPr sz="1350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HPL-D, HPL-L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CC6178-DB91-430F-AD62-BB776B429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638550"/>
            <a:ext cx="2381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7D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469D6AB-B878-4441-AE8E-A7B6E02CF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733800"/>
            <a:ext cx="2152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30D12"/>
                </a:solidFill>
                <a:latin typeface="Lato"/>
                <a:ea typeface="Lato"/>
                <a:cs typeface="Lato"/>
              </a:defRPr>
            </a:pPr>
            <a:r>
              <a:rPr sz="1275" b="1">
                <a:solidFill>
                  <a:srgbClr val="A30D12"/>
                </a:solidFill>
                <a:latin typeface="Lato"/>
                <a:ea typeface="Lato"/>
                <a:cs typeface="Lato"/>
              </a:rPr>
              <a:t>Other signal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35E82BA-34D7-40EF-933E-FADCC21B4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038600"/>
            <a:ext cx="21526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WHR</a:t>
            </a:r>
          </a:p>
          <a:p xmlns:a="http://schemas.openxmlformats.org/drawingml/2006/main">
            <a:pPr algn="l">
              <a:defRPr sz="1350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weighted homopolymer rate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CDF0A17-7299-4403-BA8D-D12C6FB8C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38550"/>
            <a:ext cx="30289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7D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67555BA-62F6-411D-B71B-51FD2CEA4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733800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30D12"/>
                </a:solidFill>
                <a:latin typeface="Lato"/>
                <a:ea typeface="Lato"/>
                <a:cs typeface="Lato"/>
              </a:defRPr>
            </a:pPr>
            <a:r>
              <a:rPr sz="1275" b="1">
                <a:solidFill>
                  <a:srgbClr val="A30D12"/>
                </a:solidFill>
                <a:latin typeface="Lato"/>
                <a:ea typeface="Lato"/>
                <a:cs typeface="Lato"/>
              </a:rPr>
              <a:t>Preprocessing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D57074C-9AC3-4AAD-8B19-1B4F5073A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038600"/>
            <a:ext cx="28003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Loại dòng metadata/rỗng -&gt; encode y -&gt; numeric coercion -&gt; StandardScaler trên X.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65826E1-2444-443F-9E81-7E62FBB8D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286500"/>
            <a:ext cx="809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pPr>
            <a:r>
              <a:rPr sz="788" b="0">
                <a:solidFill>
                  <a:srgbClr val="777777"/>
                </a:solidFill>
                <a:latin typeface="Calibri"/>
                <a:ea typeface="Calibri"/>
                <a:cs typeface="Calibri"/>
              </a:rPr>
              <a:t>Nguồn dữ liệu: public variant-level Excel dataset</a:t>
            </a:r>
          </a:p>
        </p:txBody>
      </p:sp>
    </p:spTree>
    <p:extLst>
      <p:ext uri="{BB962C8B-B14F-4D97-AF65-F5344CB8AC3E}">
        <p14:creationId xmlns:p14="http://schemas.microsoft.com/office/powerpoint/2010/main" val="275135843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2B7E207-A869-B342-B6D9-77005A268D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sz="2175" b="1">
                <a:solidFill>
                  <a:srgbClr val="FFFFFF"/>
                </a:solidFill>
                <a:latin typeface="Lato"/>
                <a:ea typeface="Lato"/>
                <a:cs typeface="Lato"/>
              </a:rPr>
              <a:t>Pipeline xử lý dữ liệu và huấn luyện</a:t>
            </a:r>
          </a:p>
        </p:txBody>
      </p:sp>
      <p:sp>
        <p:nvSpPr>
          <p:cNvPr id="5" name="explicit white background">
            <a:extLst xmlns:a="http://schemas.openxmlformats.org/drawingml/2006/main">
              <a:ext uri="{FF2B5EF4-FFF2-40B4-BE49-F238E27FC236}">
                <a16:creationId xmlns:a16="http://schemas.microsoft.com/office/drawing/2014/main" id="{12C1F244-FB9C-4CE0-90C7-2D8FE8403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" name="HUST red title bar">
            <a:extLst xmlns:a="http://schemas.openxmlformats.org/drawingml/2006/main">
              <a:ext uri="{FF2B5EF4-FFF2-40B4-BE49-F238E27FC236}">
                <a16:creationId xmlns:a16="http://schemas.microsoft.com/office/drawing/2014/main" id="{BB1564DB-8489-42BE-9825-4B6990AC4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0D12"/>
          </a:solidFill>
          <a:ln xmlns:a="http://schemas.openxmlformats.org/drawingml/2006/main" w="0">
            <a:solidFill>
              <a:srgbClr val="A30D12"/>
            </a:solidFill>
            <a:prstDash val="solid"/>
          </a:ln>
        </p:spPr>
      </p:sp>
      <p:sp>
        <p:nvSpPr>
          <p:cNvPr id="7" name="HUST gold divider">
            <a:extLst xmlns:a="http://schemas.openxmlformats.org/drawingml/2006/main">
              <a:ext uri="{FF2B5EF4-FFF2-40B4-BE49-F238E27FC236}">
                <a16:creationId xmlns:a16="http://schemas.microsoft.com/office/drawing/2014/main" id="{C76D941B-7376-4487-B1FF-247F255B7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9144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A2B"/>
          </a:solidFill>
          <a:ln xmlns:a="http://schemas.openxmlformats.org/drawingml/2006/main" w="0">
            <a:solidFill>
              <a:srgbClr val="D89A2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CC26AE-D804-413B-98C3-B9F9F3327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4960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30D12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A30D12"/>
                </a:solidFill>
                <a:latin typeface="Lato"/>
                <a:ea typeface="Lato"/>
                <a:cs typeface="Lato"/>
              </a:rPr>
              <a:t>HUST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BEEE5E-BAC1-45AF-8D87-079022166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572250"/>
            <a:ext cx="7810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1A5"/>
          </a:solidFill>
          <a:ln xmlns:a="http://schemas.openxmlformats.org/drawingml/2006/main" w="0">
            <a:solidFill>
              <a:srgbClr val="D6A1A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F3DFF2-ED8C-433E-9B5E-83DED2B49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38250"/>
            <a:ext cx="2333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7"/>
          </a:solidFill>
          <a:ln xmlns:a="http://schemas.openxmlformats.org/drawingml/2006/main" w="9525">
            <a:solidFill>
              <a:srgbClr val="D7D7D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18A189-2DDB-43A0-B067-1157DCDEA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716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0D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28575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A04E40-41CD-4996-B002-E4240C1CB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33500"/>
            <a:ext cx="17430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D0710"/>
                </a:solidFill>
                <a:latin typeface="Lato"/>
                <a:ea typeface="Lato"/>
                <a:cs typeface="Lato"/>
              </a:defRPr>
            </a:pPr>
            <a:r>
              <a:rPr sz="1275" b="1">
                <a:solidFill>
                  <a:srgbClr val="7D0710"/>
                </a:solidFill>
                <a:latin typeface="Lato"/>
                <a:ea typeface="Lato"/>
                <a:cs typeface="Lato"/>
              </a:rPr>
              <a:t>Input Excel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63C1CF-635F-4C92-9184-0C452D0DD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7430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960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12864_2018_4659_MOESM2_ESM.xlsx</a:t>
            </a:r>
          </a:p>
          <a:p xmlns:a="http://schemas.openxmlformats.org/drawingml/2006/main">
            <a:pPr algn="l">
              <a:defRPr sz="960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960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variant-level dataset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584245-1571-40D2-B4D9-457640377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476375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89A2B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D89A2B"/>
                </a:solidFill>
                <a:latin typeface="Calibri"/>
                <a:ea typeface="Calibri"/>
                <a:cs typeface="Calibri"/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6E623B-D1AD-4712-B0D0-BBA2E9B09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238250"/>
            <a:ext cx="2333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EB"/>
          </a:solidFill>
          <a:ln xmlns:a="http://schemas.openxmlformats.org/drawingml/2006/main" w="9525">
            <a:solidFill>
              <a:srgbClr val="D7D7D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A93860-C8D4-4269-B66E-47C335CED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3716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0D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28575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BDB661-CEA3-456A-B78E-BD305987F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333500"/>
            <a:ext cx="17430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D0710"/>
                </a:solidFill>
                <a:latin typeface="Lato"/>
                <a:ea typeface="Lato"/>
                <a:cs typeface="Lato"/>
              </a:defRPr>
            </a:pPr>
            <a:r>
              <a:rPr sz="1275" b="1">
                <a:solidFill>
                  <a:srgbClr val="7D0710"/>
                </a:solidFill>
                <a:latin typeface="Lato"/>
                <a:ea typeface="Lato"/>
                <a:cs typeface="Lato"/>
              </a:rPr>
              <a:t>Clean + encode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8DCD89-126C-46B9-B469-1306285A6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600200"/>
            <a:ext cx="17430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960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Bỏ metadata/rỗng, Present=1,</a:t>
            </a:r>
          </a:p>
          <a:p xmlns:a="http://schemas.openxmlformats.org/drawingml/2006/main">
            <a:pPr algn="l">
              <a:defRPr sz="960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960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Not present=0, ép numeric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75D8B8-D681-41D4-B981-D2C3EC58C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476375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89A2B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D89A2B"/>
                </a:solidFill>
                <a:latin typeface="Calibri"/>
                <a:ea typeface="Calibri"/>
                <a:cs typeface="Calibri"/>
              </a:rPr>
              <a:t>-&gt;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7F68E5-FBCE-439E-B23F-B3A596775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238250"/>
            <a:ext cx="2333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8"/>
          </a:solidFill>
          <a:ln xmlns:a="http://schemas.openxmlformats.org/drawingml/2006/main" w="9525">
            <a:solidFill>
              <a:srgbClr val="D7D7D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82FD43-8B91-41A6-8320-CA810F4B0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3716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0D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28575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FC349E-EEF3-42BC-8B12-321D16DA5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333500"/>
            <a:ext cx="17430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D0710"/>
                </a:solidFill>
                <a:latin typeface="Lato"/>
                <a:ea typeface="Lato"/>
                <a:cs typeface="Lato"/>
              </a:defRPr>
            </a:pPr>
            <a:r>
              <a:rPr sz="1275" b="1">
                <a:solidFill>
                  <a:srgbClr val="7D0710"/>
                </a:solidFill>
                <a:latin typeface="Lato"/>
                <a:ea typeface="Lato"/>
                <a:cs typeface="Lato"/>
              </a:rPr>
              <a:t>Feature set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59335B-A1F0-45E8-B43B-D52F2E03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600200"/>
            <a:ext cx="17430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960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14 biến: DP, AD, AF, GC,</a:t>
            </a:r>
          </a:p>
          <a:p xmlns:a="http://schemas.openxmlformats.org/drawingml/2006/main">
            <a:pPr algn="l">
              <a:defRPr sz="960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960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MQ, GQ, WHR, HPL, QUAL, QD, FS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169864-36CB-4415-927B-E89AD88D4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048000"/>
            <a:ext cx="2333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7D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44A547-CBF0-424C-ABFF-80DB7C185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813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0D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28575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0725A1-9111-4417-B52F-47DFD6691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17430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D0710"/>
                </a:solidFill>
                <a:latin typeface="Lato"/>
                <a:ea typeface="Lato"/>
                <a:cs typeface="Lato"/>
              </a:defRPr>
            </a:pPr>
            <a:r>
              <a:rPr sz="1275" b="1">
                <a:solidFill>
                  <a:srgbClr val="7D0710"/>
                </a:solidFill>
                <a:latin typeface="Lato"/>
                <a:ea typeface="Lato"/>
                <a:cs typeface="Lato"/>
              </a:rPr>
              <a:t>Split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9ED7E7-107F-44A2-9DF9-D51F1F5B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09950"/>
            <a:ext cx="17430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960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Train 70%, Dev 15%, Test 15%</a:t>
            </a:r>
          </a:p>
          <a:p xmlns:a="http://schemas.openxmlformats.org/drawingml/2006/main">
            <a:pPr algn="l">
              <a:defRPr sz="960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960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stratified theo target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5A7688-F522-44F6-A75B-07B69ADC8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86125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89A2B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D89A2B"/>
                </a:solidFill>
                <a:latin typeface="Calibri"/>
                <a:ea typeface="Calibri"/>
                <a:cs typeface="Calibri"/>
              </a:rPr>
              <a:t>-&gt;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DB1B5D-0821-4AA4-A4E7-54D648BA8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48000"/>
            <a:ext cx="2333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7D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F45749-119A-4B3E-B0D8-82CEA766E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1813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0D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28575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43A3CD8-6721-42CC-A29B-12CC0DC8D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143250"/>
            <a:ext cx="17430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D0710"/>
                </a:solidFill>
                <a:latin typeface="Lato"/>
                <a:ea typeface="Lato"/>
                <a:cs typeface="Lato"/>
              </a:defRPr>
            </a:pPr>
            <a:r>
              <a:rPr sz="1275" b="1">
                <a:solidFill>
                  <a:srgbClr val="7D0710"/>
                </a:solidFill>
                <a:latin typeface="Lato"/>
                <a:ea typeface="Lato"/>
                <a:cs typeface="Lato"/>
              </a:rPr>
              <a:t>Model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32996D7-6DAE-4EEF-8585-5A1E48B25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409950"/>
            <a:ext cx="17430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960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Pipeline(StandardScaler,</a:t>
            </a:r>
          </a:p>
          <a:p xmlns:a="http://schemas.openxmlformats.org/drawingml/2006/main">
            <a:pPr algn="l">
              <a:defRPr sz="960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960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LogisticRegression)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D49721D-C863-451D-8650-F94301705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286125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89A2B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D89A2B"/>
                </a:solidFill>
                <a:latin typeface="Calibri"/>
                <a:ea typeface="Calibri"/>
                <a:cs typeface="Calibri"/>
              </a:rPr>
              <a:t>-&gt;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9D32BEC-82DB-4FA9-93EF-E782D6B8B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48000"/>
            <a:ext cx="2333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7E8"/>
          </a:solidFill>
          <a:ln xmlns:a="http://schemas.openxmlformats.org/drawingml/2006/main" w="9525">
            <a:solidFill>
              <a:srgbClr val="D7D7D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C28716A-BBD4-4487-B221-4C971ED84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813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0D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28575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DDDC2E7-8C0B-4267-9964-F5A434757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143250"/>
            <a:ext cx="17430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D0710"/>
                </a:solidFill>
                <a:latin typeface="Lato"/>
                <a:ea typeface="Lato"/>
                <a:cs typeface="Lato"/>
              </a:defRPr>
            </a:pPr>
            <a:r>
              <a:rPr sz="1275" b="1">
                <a:solidFill>
                  <a:srgbClr val="7D0710"/>
                </a:solidFill>
                <a:latin typeface="Lato"/>
                <a:ea typeface="Lato"/>
                <a:cs typeface="Lato"/>
              </a:rPr>
              <a:t>Threshold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99354BC-395F-4F5F-A117-D26B992DA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409950"/>
            <a:ext cx="17430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960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Tìm ngưỡng thấp nhất trên Dev</a:t>
            </a:r>
          </a:p>
          <a:p xmlns:a="http://schemas.openxmlformats.org/drawingml/2006/main">
            <a:pPr algn="l">
              <a:defRPr sz="960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960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sao cho FP = 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0213F91-937A-488C-B6D5-CDC6B9114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219700"/>
            <a:ext cx="6324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9525">
            <a:solidFill>
              <a:srgbClr val="D7D7D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CB559E6-0BE0-48F3-8E00-02C2C76A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7D071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7D0710"/>
                </a:solidFill>
                <a:latin typeface="Calibri"/>
                <a:ea typeface="Calibri"/>
                <a:cs typeface="Calibri"/>
              </a:rPr>
              <a:t>Test set chỉ dùng sau khi đã chốt model và threshold để tránh rò rỉ đánh giá.</a:t>
            </a:r>
          </a:p>
        </p:txBody>
      </p:sp>
    </p:spTree>
    <p:extLst>
      <p:ext uri="{BB962C8B-B14F-4D97-AF65-F5344CB8AC3E}">
        <p14:creationId xmlns:p14="http://schemas.microsoft.com/office/powerpoint/2010/main" val="365149880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CE73DABA-0E07-DDEE-86EE-B4224D9C98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sz="2175" b="1">
                <a:solidFill>
                  <a:srgbClr val="FFFFFF"/>
                </a:solidFill>
                <a:latin typeface="Lato"/>
                <a:ea typeface="Lato"/>
                <a:cs typeface="Lato"/>
              </a:rPr>
              <a:t>Chọn ngưỡng bảo thủ trên Development set</a:t>
            </a:r>
          </a:p>
        </p:txBody>
      </p:sp>
      <p:sp>
        <p:nvSpPr>
          <p:cNvPr id="5" name="explicit white background">
            <a:extLst xmlns:a="http://schemas.openxmlformats.org/drawingml/2006/main">
              <a:ext uri="{FF2B5EF4-FFF2-40B4-BE49-F238E27FC236}">
                <a16:creationId xmlns:a16="http://schemas.microsoft.com/office/drawing/2014/main" id="{10063230-8ED9-45C0-9AC0-F34DB0310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" name="HUST red title bar">
            <a:extLst xmlns:a="http://schemas.openxmlformats.org/drawingml/2006/main">
              <a:ext uri="{FF2B5EF4-FFF2-40B4-BE49-F238E27FC236}">
                <a16:creationId xmlns:a16="http://schemas.microsoft.com/office/drawing/2014/main" id="{21BCC203-5166-4671-A75B-861701D7F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0D12"/>
          </a:solidFill>
          <a:ln xmlns:a="http://schemas.openxmlformats.org/drawingml/2006/main" w="0">
            <a:solidFill>
              <a:srgbClr val="A30D12"/>
            </a:solidFill>
            <a:prstDash val="solid"/>
          </a:ln>
        </p:spPr>
      </p:sp>
      <p:sp>
        <p:nvSpPr>
          <p:cNvPr id="7" name="HUST gold divider">
            <a:extLst xmlns:a="http://schemas.openxmlformats.org/drawingml/2006/main">
              <a:ext uri="{FF2B5EF4-FFF2-40B4-BE49-F238E27FC236}">
                <a16:creationId xmlns:a16="http://schemas.microsoft.com/office/drawing/2014/main" id="{B8350A8C-2DFC-4875-BDBB-DC8E74FD5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9144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A2B"/>
          </a:solidFill>
          <a:ln xmlns:a="http://schemas.openxmlformats.org/drawingml/2006/main" w="0">
            <a:solidFill>
              <a:srgbClr val="D89A2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4924B1-178C-453A-A00B-FDF1D750A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4960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30D12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A30D12"/>
                </a:solidFill>
                <a:latin typeface="Lato"/>
                <a:ea typeface="Lato"/>
                <a:cs typeface="Lato"/>
              </a:rPr>
              <a:t>HUST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A4A853-397C-4ADE-AEBD-AEB91E0CB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572250"/>
            <a:ext cx="7810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1A5"/>
          </a:solidFill>
          <a:ln xmlns:a="http://schemas.openxmlformats.org/drawingml/2006/main" w="0">
            <a:solidFill>
              <a:srgbClr val="D6A1A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83634B-2184-44F8-B78D-3A92D37DD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4762500" cy="249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7D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B72CE5-DAB0-4982-933A-C3419F186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09700"/>
            <a:ext cx="4533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30D12"/>
                </a:solidFill>
                <a:latin typeface="Lato"/>
                <a:ea typeface="Lato"/>
                <a:cs typeface="Lato"/>
              </a:defRPr>
            </a:pPr>
            <a:r>
              <a:rPr sz="1275" b="1">
                <a:solidFill>
                  <a:srgbClr val="A30D12"/>
                </a:solidFill>
                <a:latin typeface="Lato"/>
                <a:ea typeface="Lato"/>
                <a:cs typeface="Lato"/>
              </a:rPr>
              <a:t>Hàm tìm threshold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933848-3445-44A9-938A-9FE5EA423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14500"/>
            <a:ext cx="45339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Duyệt các xác suất dự đoán trên Dev.</a:t>
            </a:r>
          </a:p>
          <a:p xmlns:a="http://schemas.openxmlformats.org/drawingml/2006/main">
            <a:pPr algn="l">
              <a:defRPr sz="1350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Chọn threshold thấp nhất sao cho:</a:t>
            </a:r>
          </a:p>
          <a:p xmlns:a="http://schemas.openxmlformats.org/drawingml/2006/main">
            <a:pPr algn="l">
              <a:defRPr sz="1350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FP = count(y_dev=0 và p &gt;= threshold) = 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Cách triển khai ổn định:</a:t>
            </a:r>
          </a:p>
          <a:p xmlns:a="http://schemas.openxmlformats.org/drawingml/2006/main">
            <a:pPr algn="l">
              <a:defRPr sz="1350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threshold = next probability lớn hơn max(p của negative trên Dev).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649D2C-B6BF-4CE2-B11D-EDF3C541F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314450"/>
            <a:ext cx="2476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7E8"/>
          </a:solidFill>
          <a:ln xmlns:a="http://schemas.openxmlformats.org/drawingml/2006/main" w="9525">
            <a:solidFill>
              <a:srgbClr val="B8CC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FDBD59-FE41-43C8-A550-230A1B9D8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390650"/>
            <a:ext cx="2324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A30D12"/>
                </a:solidFill>
                <a:latin typeface="Lato"/>
                <a:ea typeface="Lato"/>
                <a:cs typeface="Lato"/>
              </a:defRPr>
            </a:pPr>
            <a:r>
              <a:rPr sz="1800" b="1">
                <a:solidFill>
                  <a:srgbClr val="A30D12"/>
                </a:solidFill>
                <a:latin typeface="Lato"/>
                <a:ea typeface="Lato"/>
                <a:cs typeface="Lato"/>
              </a:rPr>
              <a:t>0.4730547338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2454BE-FB4C-4461-A487-87BB9BF75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762125"/>
            <a:ext cx="2324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conservative_threshold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90E137-B071-457F-930F-714DC1C09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476500"/>
            <a:ext cx="1143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EB"/>
          </a:solidFill>
          <a:ln xmlns:a="http://schemas.openxmlformats.org/drawingml/2006/main" w="9525">
            <a:solidFill>
              <a:srgbClr val="B8CC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AB56B0-EFF5-4F93-B14B-C211B6AED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552700"/>
            <a:ext cx="990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D7A45"/>
                </a:solidFill>
                <a:latin typeface="Lato"/>
                <a:ea typeface="Lato"/>
                <a:cs typeface="Lato"/>
              </a:defRPr>
            </a:pPr>
            <a:r>
              <a:rPr sz="1875" b="1">
                <a:solidFill>
                  <a:srgbClr val="2D7A45"/>
                </a:solidFill>
                <a:latin typeface="Lato"/>
                <a:ea typeface="Lato"/>
                <a:cs typeface="Lato"/>
              </a:rPr>
              <a:t>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EB3366-E775-4959-84C6-61E048562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924175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Dev False Positive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32FB79-CAA9-4CE6-B308-E3D9D27A5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76500"/>
            <a:ext cx="1143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7"/>
          </a:solidFill>
          <a:ln xmlns:a="http://schemas.openxmlformats.org/drawingml/2006/main" w="9525">
            <a:solidFill>
              <a:srgbClr val="B8CCD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BD6B30-09A9-4AB8-87B4-35CB5CFE8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52700"/>
            <a:ext cx="990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547A"/>
                </a:solidFill>
                <a:latin typeface="Lato"/>
                <a:ea typeface="Lato"/>
                <a:cs typeface="Lato"/>
              </a:defRPr>
            </a:pPr>
            <a:r>
              <a:rPr sz="1875" b="1">
                <a:solidFill>
                  <a:srgbClr val="24547A"/>
                </a:solidFill>
                <a:latin typeface="Lato"/>
                <a:ea typeface="Lato"/>
                <a:cs typeface="Lato"/>
              </a:rPr>
              <a:t>995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108FFA-84C6-4BDE-A86D-3BA694804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924175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Dev High confidence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0C6657-33BC-4A55-A414-DB112B8B7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33875"/>
            <a:ext cx="6858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8"/>
          </a:solidFill>
          <a:ln xmlns:a="http://schemas.openxmlformats.org/drawingml/2006/main" w="9525">
            <a:solidFill>
              <a:srgbClr val="E4C98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B15C23-A9BD-4417-9496-5E40A021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495800"/>
            <a:ext cx="6324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8A5A0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8A5A00"/>
                </a:solidFill>
                <a:latin typeface="Calibri"/>
                <a:ea typeface="Calibri"/>
                <a:cs typeface="Calibri"/>
              </a:rPr>
              <a:t>Điểm quan trọng: threshold được tối ưu trên Dev, không dùng Test. Điều này giữ test set là đánh giá khách quan.</a:t>
            </a:r>
          </a:p>
        </p:txBody>
      </p:sp>
    </p:spTree>
    <p:extLst>
      <p:ext uri="{BB962C8B-B14F-4D97-AF65-F5344CB8AC3E}">
        <p14:creationId xmlns:p14="http://schemas.microsoft.com/office/powerpoint/2010/main" val="64472868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2DE2BCA-A953-E4E8-9DF4-8067541650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sz="2175" b="1">
                <a:solidFill>
                  <a:srgbClr val="FFFFFF"/>
                </a:solidFill>
                <a:latin typeface="Lato"/>
                <a:ea typeface="Lato"/>
                <a:cs typeface="Lato"/>
              </a:rPr>
              <a:t>Đánh giá trên Test set</a:t>
            </a:r>
          </a:p>
        </p:txBody>
      </p:sp>
      <p:sp>
        <p:nvSpPr>
          <p:cNvPr id="5" name="explicit white background">
            <a:extLst xmlns:a="http://schemas.openxmlformats.org/drawingml/2006/main">
              <a:ext uri="{FF2B5EF4-FFF2-40B4-BE49-F238E27FC236}">
                <a16:creationId xmlns:a16="http://schemas.microsoft.com/office/drawing/2014/main" id="{7A39FC8B-59F0-4002-9489-533D35F77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" name="HUST red title bar">
            <a:extLst xmlns:a="http://schemas.openxmlformats.org/drawingml/2006/main">
              <a:ext uri="{FF2B5EF4-FFF2-40B4-BE49-F238E27FC236}">
                <a16:creationId xmlns:a16="http://schemas.microsoft.com/office/drawing/2014/main" id="{A9330BFA-8177-4D5C-9E9E-02B33E8CB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0D12"/>
          </a:solidFill>
          <a:ln xmlns:a="http://schemas.openxmlformats.org/drawingml/2006/main" w="0">
            <a:solidFill>
              <a:srgbClr val="A30D12"/>
            </a:solidFill>
            <a:prstDash val="solid"/>
          </a:ln>
        </p:spPr>
      </p:sp>
      <p:sp>
        <p:nvSpPr>
          <p:cNvPr id="7" name="HUST gold divider">
            <a:extLst xmlns:a="http://schemas.openxmlformats.org/drawingml/2006/main">
              <a:ext uri="{FF2B5EF4-FFF2-40B4-BE49-F238E27FC236}">
                <a16:creationId xmlns:a16="http://schemas.microsoft.com/office/drawing/2014/main" id="{B98F2732-3C03-478E-B823-02CB61ABB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9144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A2B"/>
          </a:solidFill>
          <a:ln xmlns:a="http://schemas.openxmlformats.org/drawingml/2006/main" w="0">
            <a:solidFill>
              <a:srgbClr val="D89A2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452110-8168-4525-AD88-2FD04D8B2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4960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30D12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A30D12"/>
                </a:solidFill>
                <a:latin typeface="Lato"/>
                <a:ea typeface="Lato"/>
                <a:cs typeface="Lato"/>
              </a:rPr>
              <a:t>HUST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CEAB4C-C1A3-4478-AA43-B9B0D94A8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572250"/>
            <a:ext cx="7810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1A5"/>
          </a:solidFill>
          <a:ln xmlns:a="http://schemas.openxmlformats.org/drawingml/2006/main" w="0">
            <a:solidFill>
              <a:srgbClr val="D6A1A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A02996-344D-4472-80C2-B09673043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43000"/>
            <a:ext cx="1619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7"/>
          </a:solidFill>
          <a:ln xmlns:a="http://schemas.openxmlformats.org/drawingml/2006/main" w="9525">
            <a:solidFill>
              <a:srgbClr val="B8CCD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34A9D9-01C6-43E0-8C5D-92507D443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547A"/>
                </a:solidFill>
                <a:latin typeface="Lato"/>
                <a:ea typeface="Lato"/>
                <a:cs typeface="Lato"/>
              </a:defRPr>
            </a:pPr>
            <a:r>
              <a:rPr sz="1875" b="1">
                <a:solidFill>
                  <a:srgbClr val="24547A"/>
                </a:solidFill>
                <a:latin typeface="Lato"/>
                <a:ea typeface="Lato"/>
                <a:cs typeface="Lato"/>
              </a:rPr>
              <a:t>0.999831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26068A-2478-4B2D-A71B-063426783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90675"/>
            <a:ext cx="1466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ROC AUC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8B1AF1-21DC-4CCF-BB87-C86EB115C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143000"/>
            <a:ext cx="1809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8"/>
          </a:solidFill>
          <a:ln xmlns:a="http://schemas.openxmlformats.org/drawingml/2006/main" w="9525">
            <a:solidFill>
              <a:srgbClr val="B8CC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6397B3-CADF-4D0E-8FBD-419E9E307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219200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8A5A00"/>
                </a:solidFill>
                <a:latin typeface="Lato"/>
                <a:ea typeface="Lato"/>
                <a:cs typeface="Lato"/>
              </a:defRPr>
            </a:pPr>
            <a:r>
              <a:rPr sz="1875" b="1">
                <a:solidFill>
                  <a:srgbClr val="8A5A00"/>
                </a:solidFill>
                <a:latin typeface="Lato"/>
                <a:ea typeface="Lato"/>
                <a:cs typeface="Lato"/>
              </a:rPr>
              <a:t>996 / 1077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CA3E55-CF81-4F82-917C-50FD2AC63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590675"/>
            <a:ext cx="1657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High confidence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5A01D5-6EF4-4DF9-AF4C-BDAF9B40F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143000"/>
            <a:ext cx="1428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EB"/>
          </a:solidFill>
          <a:ln xmlns:a="http://schemas.openxmlformats.org/drawingml/2006/main" w="9525">
            <a:solidFill>
              <a:srgbClr val="B8CC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CC887F-A1FE-4BD0-9266-B9282025F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219200"/>
            <a:ext cx="1276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D7A45"/>
                </a:solidFill>
                <a:latin typeface="Lato"/>
                <a:ea typeface="Lato"/>
                <a:cs typeface="Lato"/>
              </a:defRPr>
            </a:pPr>
            <a:r>
              <a:rPr sz="1875" b="1">
                <a:solidFill>
                  <a:srgbClr val="2D7A45"/>
                </a:solidFill>
                <a:latin typeface="Lato"/>
                <a:ea typeface="Lato"/>
                <a:cs typeface="Lato"/>
              </a:rPr>
              <a:t>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9E75B9-3B35-49A7-BE2F-24B6F7783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90675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False Positive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8250F4-C653-4E64-AF28-9F6FB7A6A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143000"/>
            <a:ext cx="1428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7E8"/>
          </a:solidFill>
          <a:ln xmlns:a="http://schemas.openxmlformats.org/drawingml/2006/main" w="9525">
            <a:solidFill>
              <a:srgbClr val="B8CCD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703FBA-E4D6-4D17-8A7C-16467A780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219200"/>
            <a:ext cx="1276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A30D12"/>
                </a:solidFill>
                <a:latin typeface="Lato"/>
                <a:ea typeface="Lato"/>
                <a:cs typeface="Lato"/>
              </a:defRPr>
            </a:pPr>
            <a:r>
              <a:rPr sz="1875" b="1">
                <a:solidFill>
                  <a:srgbClr val="A30D12"/>
                </a:solidFill>
                <a:latin typeface="Lato"/>
                <a:ea typeface="Lato"/>
                <a:cs typeface="Lat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8C6389-21A5-42F4-9A53-7F907F235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90675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False Negative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DCFC88-A976-4272-B185-B6DE1A66E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6220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D0710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7D0710"/>
                </a:solidFill>
                <a:latin typeface="Lato"/>
                <a:ea typeface="Lato"/>
                <a:cs typeface="Lato"/>
              </a:rPr>
              <a:t>Confusion Matrix [[TN, FP], [FN, TP]]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1E95D9-E663-4F9A-AE0F-D4852ED70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4286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0D12"/>
          </a:solidFill>
          <a:ln xmlns:a="http://schemas.openxmlformats.org/drawingml/2006/main" w="9525">
            <a:solidFill>
              <a:srgbClr val="D7D7D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9FC10F-8F78-412F-8062-273281B84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47975"/>
            <a:ext cx="1504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2524DD-1836-4CAB-8FC6-467CE8F80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847975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Pred Low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D2B0C2-096E-4F31-A3B8-146C81A57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847975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Pred High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22B860-E6D9-4277-BA90-A2D17B782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95650"/>
            <a:ext cx="4286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7D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382FCE-BD70-45D4-AD53-382A6F493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62325"/>
            <a:ext cx="1504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Actual Not present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57A860-94C1-444C-BB87-2370C1C34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362325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77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5B9A23-BF75-4491-9FFC-BCD7E51CD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362325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FED309-9ECE-4A02-A017-0DC4134D0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4286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D7D7D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4E1FBE-0913-4A42-9D04-D21270AD8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1504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Actual Present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9A7144C-B8FB-405E-9A80-8C69CB9C4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876675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CDB8CB3-C7FD-4C5D-B403-4AFBFB210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876675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996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5719118-2BF7-46F4-A08F-3D99214E8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524125"/>
            <a:ext cx="28575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7D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0A1D9C7-2C1D-4BF7-B5AF-25C8DAA61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619375"/>
            <a:ext cx="2628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30D12"/>
                </a:solidFill>
                <a:latin typeface="Lato"/>
                <a:ea typeface="Lato"/>
                <a:cs typeface="Lato"/>
              </a:defRPr>
            </a:pPr>
            <a:r>
              <a:rPr sz="1275" b="1">
                <a:solidFill>
                  <a:srgbClr val="A30D12"/>
                </a:solidFill>
                <a:latin typeface="Lato"/>
                <a:ea typeface="Lato"/>
                <a:cs typeface="Lato"/>
              </a:rPr>
              <a:t>Diễn giải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B3395BF-A66D-41E3-9203-D8C038101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924175"/>
            <a:ext cx="26289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- Không có variant giả lọt vào High confidence trên Test.</a:t>
            </a:r>
          </a:p>
          <a:p xmlns:a="http://schemas.openxmlformats.org/drawingml/2006/main">
            <a:pPr algn="l">
              <a:defRPr sz="1275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- 4 variant thật bị đẩy xuống Low confidence: chấp nhận được khi ưu tiên bảo thủ.</a:t>
            </a:r>
          </a:p>
          <a:p xmlns:a="http://schemas.openxmlformats.org/drawingml/2006/main">
            <a:pPr algn="l">
              <a:defRPr sz="1275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- Tỷ lệ High confidence: 92.48%.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EFAA199-CE2F-4084-91E8-9F1C71661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286500"/>
            <a:ext cx="809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pPr>
            <a:r>
              <a:rPr sz="788" b="0">
                <a:solidFill>
                  <a:srgbClr val="777777"/>
                </a:solidFill>
                <a:latin typeface="Calibri"/>
                <a:ea typeface="Calibri"/>
                <a:cs typeface="Calibri"/>
              </a:rPr>
              <a:t>Kết quả local từ script D:\A\train_conservative_threshold.py</a:t>
            </a:r>
          </a:p>
        </p:txBody>
      </p:sp>
    </p:spTree>
    <p:extLst>
      <p:ext uri="{BB962C8B-B14F-4D97-AF65-F5344CB8AC3E}">
        <p14:creationId xmlns:p14="http://schemas.microsoft.com/office/powerpoint/2010/main" val="258106954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CA942A98-C171-982E-551D-E59FBFEFF9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sz="2175" b="1">
                <a:solidFill>
                  <a:srgbClr val="FFFFFF"/>
                </a:solidFill>
                <a:latin typeface="Lato"/>
                <a:ea typeface="Lato"/>
                <a:cs typeface="Lato"/>
              </a:rPr>
              <a:t>Tóm tắt kết quả chạy thử</a:t>
            </a:r>
          </a:p>
        </p:txBody>
      </p:sp>
      <p:sp>
        <p:nvSpPr>
          <p:cNvPr id="5" name="explicit white background">
            <a:extLst xmlns:a="http://schemas.openxmlformats.org/drawingml/2006/main">
              <a:ext uri="{FF2B5EF4-FFF2-40B4-BE49-F238E27FC236}">
                <a16:creationId xmlns:a16="http://schemas.microsoft.com/office/drawing/2014/main" id="{5353A3A8-33CF-4631-B2FE-999724721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" name="HUST red title bar">
            <a:extLst xmlns:a="http://schemas.openxmlformats.org/drawingml/2006/main">
              <a:ext uri="{FF2B5EF4-FFF2-40B4-BE49-F238E27FC236}">
                <a16:creationId xmlns:a16="http://schemas.microsoft.com/office/drawing/2014/main" id="{E2435855-9244-4DAF-807E-394043ED5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0D12"/>
          </a:solidFill>
          <a:ln xmlns:a="http://schemas.openxmlformats.org/drawingml/2006/main" w="0">
            <a:solidFill>
              <a:srgbClr val="A30D12"/>
            </a:solidFill>
            <a:prstDash val="solid"/>
          </a:ln>
        </p:spPr>
      </p:sp>
      <p:sp>
        <p:nvSpPr>
          <p:cNvPr id="7" name="HUST gold divider">
            <a:extLst xmlns:a="http://schemas.openxmlformats.org/drawingml/2006/main">
              <a:ext uri="{FF2B5EF4-FFF2-40B4-BE49-F238E27FC236}">
                <a16:creationId xmlns:a16="http://schemas.microsoft.com/office/drawing/2014/main" id="{256B3F6A-DF1F-48C4-987C-2F6211087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9144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A2B"/>
          </a:solidFill>
          <a:ln xmlns:a="http://schemas.openxmlformats.org/drawingml/2006/main" w="0">
            <a:solidFill>
              <a:srgbClr val="D89A2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071964-1C3E-41C5-96FD-1B2F71B1B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4960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30D12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A30D12"/>
                </a:solidFill>
                <a:latin typeface="Lato"/>
                <a:ea typeface="Lato"/>
                <a:cs typeface="Lato"/>
              </a:rPr>
              <a:t>HUST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781D68-5D49-4E52-B2C8-B73A742E5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572250"/>
            <a:ext cx="7810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1A5"/>
          </a:solidFill>
          <a:ln xmlns:a="http://schemas.openxmlformats.org/drawingml/2006/main" w="0">
            <a:solidFill>
              <a:srgbClr val="D6A1A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9EAA6A-3576-4814-88FC-6FBAC567F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7753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0D12"/>
          </a:solidFill>
          <a:ln xmlns:a="http://schemas.openxmlformats.org/drawingml/2006/main" w="9525">
            <a:solidFill>
              <a:srgbClr val="D7D7D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058241-D95A-4F96-AF82-537FBF33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66825"/>
            <a:ext cx="2076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Metric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9C25E1-D366-41FD-8101-3CDD67A52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266825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Kết quả local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CD307D-1427-4B94-BEAE-549D0723E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266825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Ý nghĩa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E22B1D-DDF5-4B74-9645-ADC397337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95450"/>
            <a:ext cx="7753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7D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18D4D1-CDB3-40EC-BDBB-B7D64CADD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2076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AUC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5924E1-F5F9-4078-9560-6110607D5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762125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0.999831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325164-644D-48F9-B507-458A471EE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762125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Khả năng xếp hạng rất tốt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AD9EAA-2935-4243-9705-DBB8EAD83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90750"/>
            <a:ext cx="7753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D7D7D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CB7D09-9469-49F8-B149-CFEC1621C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57425"/>
            <a:ext cx="2076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High confidence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D0EFD6-3C82-4C3E-A57D-154992501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257425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996/1077 = 92.48%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1313B4-79BF-4A67-9B3B-5B8EE58E2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257425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Phần lớn variant được gọi tự tin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896B3E-B16B-4D2E-AF72-A9FF2A0BA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86050"/>
            <a:ext cx="7753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7D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8DB2AA-55AC-49F9-AEC6-ED0052891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52725"/>
            <a:ext cx="2076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False Positive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E21E2B-0C40-4DFE-9E86-AF97968EF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752725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99A179-4490-462C-8686-EDBCCBC26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752725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Không có Not present lọt High confidence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6D72BD-F498-4B32-AB28-64A22BC18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81350"/>
            <a:ext cx="7753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D7D7D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04BC26-A0A7-4A0C-A332-14DF69750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48025"/>
            <a:ext cx="2076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False Negative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2BEC7F-0355-4330-B2F5-A56AA05F4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248025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4/1077 = 0.37%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CA676D-85EF-40C8-944B-F7B27FC72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48025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Một số Present bị giữ lại Low confidence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6C7356-1802-488E-AC63-5D80FE459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76650"/>
            <a:ext cx="7753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7D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C9C639-4C6E-4BC1-B3F8-E40212C46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43325"/>
            <a:ext cx="2076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CV AUC mean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EFC5318-9628-4BDF-9C01-8C3D75129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743325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0.999776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F5DCC42-94D1-435B-8F68-E055F6452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743325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Ổn định trên kiểm tra 10-fold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D534AF0-13CF-49D5-91A3-13F4E29B9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29150"/>
            <a:ext cx="6858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7"/>
          </a:solidFill>
          <a:ln xmlns:a="http://schemas.openxmlformats.org/drawingml/2006/main" w="9525">
            <a:solidFill>
              <a:srgbClr val="D7D7D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47858C2-8226-4EB5-B8CC-829BE9D2D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724400"/>
            <a:ext cx="6629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547A"/>
                </a:solidFill>
                <a:latin typeface="Lato"/>
                <a:ea typeface="Lato"/>
                <a:cs typeface="Lato"/>
              </a:defRPr>
            </a:pPr>
            <a:r>
              <a:rPr sz="1275" b="1">
                <a:solidFill>
                  <a:srgbClr val="24547A"/>
                </a:solidFill>
                <a:latin typeface="Lato"/>
                <a:ea typeface="Lato"/>
                <a:cs typeface="Lato"/>
              </a:rPr>
              <a:t>Nhận xét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BA77A44-A588-42C0-8C19-20989D586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29200"/>
            <a:ext cx="6629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238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Kết quả local cho thấy pipeline phù hợp với mục tiêu bảo thủ: giữ FP = 0 trên Test và vẫn gọi High confidence cho phần lớn variant thật. Đây là kết quả thử nghiệm, cần kiểm tra thêm trên dữ liệu độc lập.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427157D-3139-4CDD-AD38-CA5626303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286500"/>
            <a:ext cx="809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pPr>
            <a:r>
              <a:rPr sz="788" b="0">
                <a:solidFill>
                  <a:srgbClr val="777777"/>
                </a:solidFill>
                <a:latin typeface="Calibri"/>
                <a:ea typeface="Calibri"/>
                <a:cs typeface="Calibri"/>
              </a:rPr>
              <a:t>Kết quả local từ script D:\A\train_conservative_threshold.py</a:t>
            </a:r>
          </a:p>
        </p:txBody>
      </p:sp>
    </p:spTree>
    <p:extLst>
      <p:ext uri="{BB962C8B-B14F-4D97-AF65-F5344CB8AC3E}">
        <p14:creationId xmlns:p14="http://schemas.microsoft.com/office/powerpoint/2010/main" val="113095741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FB6CB3A-046A-4C56-A02D-DBF672421C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54052" y="112543"/>
            <a:ext cx="8635896" cy="4360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sz="2100" b="1">
                <a:solidFill>
                  <a:srgbClr val="FFFFFF"/>
                </a:solidFill>
                <a:latin typeface="Lato"/>
                <a:ea typeface="Lato"/>
                <a:cs typeface="Lato"/>
              </a:rPr>
              <a:t>Ý nghĩa Bioinformatics của các feature</a:t>
            </a:r>
          </a:p>
        </p:txBody>
      </p:sp>
      <p:sp>
        <p:nvSpPr>
          <p:cNvPr id="5" name="explicit white background">
            <a:extLst xmlns:a="http://schemas.openxmlformats.org/drawingml/2006/main">
              <a:ext uri="{FF2B5EF4-FFF2-40B4-BE49-F238E27FC236}">
                <a16:creationId xmlns:a16="http://schemas.microsoft.com/office/drawing/2014/main" id="{705E00EF-CD11-4503-B2CF-EE1F7EA11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" name="HUST red title bar">
            <a:extLst xmlns:a="http://schemas.openxmlformats.org/drawingml/2006/main">
              <a:ext uri="{FF2B5EF4-FFF2-40B4-BE49-F238E27FC236}">
                <a16:creationId xmlns:a16="http://schemas.microsoft.com/office/drawing/2014/main" id="{E84FBC15-D3C7-419B-8F8E-182AC6774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0D12"/>
          </a:solidFill>
          <a:ln xmlns:a="http://schemas.openxmlformats.org/drawingml/2006/main" w="0">
            <a:solidFill>
              <a:srgbClr val="A30D12"/>
            </a:solidFill>
            <a:prstDash val="solid"/>
          </a:ln>
        </p:spPr>
      </p:sp>
      <p:sp>
        <p:nvSpPr>
          <p:cNvPr id="7" name="HUST gold divider">
            <a:extLst xmlns:a="http://schemas.openxmlformats.org/drawingml/2006/main">
              <a:ext uri="{FF2B5EF4-FFF2-40B4-BE49-F238E27FC236}">
                <a16:creationId xmlns:a16="http://schemas.microsoft.com/office/drawing/2014/main" id="{96B7E82B-A0E3-487E-913F-9E73FE863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9144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A2B"/>
          </a:solidFill>
          <a:ln xmlns:a="http://schemas.openxmlformats.org/drawingml/2006/main" w="0">
            <a:solidFill>
              <a:srgbClr val="D89A2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25A313-B9C6-4941-AC9D-18BA153EB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4960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30D12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A30D12"/>
                </a:solidFill>
                <a:latin typeface="Lato"/>
                <a:ea typeface="Lato"/>
                <a:cs typeface="Lato"/>
              </a:rPr>
              <a:t>HUST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D6C2CA-9303-4A4E-85B6-F46C77ABF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572250"/>
            <a:ext cx="7810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1A5"/>
          </a:solidFill>
          <a:ln xmlns:a="http://schemas.openxmlformats.org/drawingml/2006/main" w="0">
            <a:solidFill>
              <a:srgbClr val="D6A1A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99D546-B711-4E2F-8B12-09ADA6E7F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3619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7"/>
          </a:solidFill>
          <a:ln xmlns:a="http://schemas.openxmlformats.org/drawingml/2006/main" w="9525">
            <a:solidFill>
              <a:srgbClr val="D7D7D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8C379C-1D3C-4215-A640-541B12869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3390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547A"/>
                </a:solidFill>
                <a:latin typeface="Lato"/>
                <a:ea typeface="Lato"/>
                <a:cs typeface="Lato"/>
              </a:defRPr>
            </a:pPr>
            <a:r>
              <a:rPr sz="1275" b="1">
                <a:solidFill>
                  <a:srgbClr val="24547A"/>
                </a:solidFill>
                <a:latin typeface="Lato"/>
                <a:ea typeface="Lato"/>
                <a:cs typeface="Lato"/>
              </a:rPr>
              <a:t>Read support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E7D15B-E105-4A17-BCB0-DE26FD63D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38300"/>
            <a:ext cx="3390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DP/AD/AF phản ánh số read ủng hộ variant và độ cân bằng allele.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D87C21-EDB1-4120-88AC-63BA1D9F3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90800"/>
            <a:ext cx="3619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EB"/>
          </a:solidFill>
          <a:ln xmlns:a="http://schemas.openxmlformats.org/drawingml/2006/main" w="9525">
            <a:solidFill>
              <a:srgbClr val="D7D7D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18DA7F-776B-44AE-876B-97BDE3ABD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3390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D7A45"/>
                </a:solidFill>
                <a:latin typeface="Lato"/>
                <a:ea typeface="Lato"/>
                <a:cs typeface="Lato"/>
              </a:defRPr>
            </a:pPr>
            <a:r>
              <a:rPr sz="1275" b="1">
                <a:solidFill>
                  <a:srgbClr val="2D7A45"/>
                </a:solidFill>
                <a:latin typeface="Lato"/>
                <a:ea typeface="Lato"/>
                <a:cs typeface="Lato"/>
              </a:rPr>
              <a:t>Call quality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ABA0E5-4549-4E8A-9A81-61EBF118A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90850"/>
            <a:ext cx="3390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QUAL/QD/GQ/MQ giúp phân biệt tín hiệu thật với lỗi gọi hoặc lỗi alignment.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D4C807-2CBD-40BC-BAAA-21BB5EB2C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3619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7E8"/>
          </a:solidFill>
          <a:ln xmlns:a="http://schemas.openxmlformats.org/drawingml/2006/main" w="9525">
            <a:solidFill>
              <a:srgbClr val="D7D7D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91F35A-3A6E-4E54-A5A8-79D597210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38600"/>
            <a:ext cx="3390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30D12"/>
                </a:solidFill>
                <a:latin typeface="Lato"/>
                <a:ea typeface="Lato"/>
                <a:cs typeface="Lato"/>
              </a:defRPr>
            </a:pPr>
            <a:r>
              <a:rPr sz="1275" b="1">
                <a:solidFill>
                  <a:srgbClr val="A30D12"/>
                </a:solidFill>
                <a:latin typeface="Lato"/>
                <a:ea typeface="Lato"/>
                <a:cs typeface="Lato"/>
              </a:rPr>
              <a:t>Artifact context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F3621B-E1AA-476B-AD40-314214D69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43400"/>
            <a:ext cx="3390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FS/WHR/HPL/GC bắt các vùng khó: strand bias, homopolymer, GC extreme.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C4E5D8-A945-4BD9-9238-8BB6AA45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24000"/>
            <a:ext cx="342900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7D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BD482B-E5CA-446A-B122-AFBC7B483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619250"/>
            <a:ext cx="3200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30D12"/>
                </a:solidFill>
                <a:latin typeface="Lato"/>
                <a:ea typeface="Lato"/>
                <a:cs typeface="Lato"/>
              </a:defRPr>
            </a:pPr>
            <a:r>
              <a:rPr sz="1275" b="1">
                <a:solidFill>
                  <a:srgbClr val="A30D12"/>
                </a:solidFill>
                <a:latin typeface="Lato"/>
                <a:ea typeface="Lato"/>
                <a:cs typeface="Lato"/>
              </a:rPr>
              <a:t>Vì sao Logistic Regression hợp lý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930936-280E-48BD-8E26-8B2EC6850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924050"/>
            <a:ext cx="320040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- Dữ liệu ít chiều, feature có ý nghĩa sinh học rõ.</a:t>
            </a:r>
          </a:p>
          <a:p xmlns:a="http://schemas.openxmlformats.org/drawingml/2006/main">
            <a:pPr algn="l">
              <a:defRPr sz="1275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- StandardScaler giúp hệ số so sánh được.</a:t>
            </a:r>
          </a:p>
          <a:p xmlns:a="http://schemas.openxmlformats.org/drawingml/2006/main">
            <a:pPr algn="l">
              <a:defRPr sz="1275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- Ngưỡng bảo thủ biến xác suất thành chính sách báo cáo.</a:t>
            </a:r>
          </a:p>
          <a:p xmlns:a="http://schemas.openxmlformats.org/drawingml/2006/main">
            <a:pPr algn="l">
              <a:defRPr sz="1275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- Có thể kiểm tra coefficient để giải thích cho thầy/hội đồng.</a:t>
            </a:r>
          </a:p>
        </p:txBody>
      </p:sp>
    </p:spTree>
    <p:extLst>
      <p:ext uri="{BB962C8B-B14F-4D97-AF65-F5344CB8AC3E}">
        <p14:creationId xmlns:p14="http://schemas.microsoft.com/office/powerpoint/2010/main" val="6408465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F39C6F49-1887-4BE4-A583-FB79B8A229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sz="2175" b="1">
                <a:solidFill>
                  <a:srgbClr val="FFFFFF"/>
                </a:solidFill>
                <a:latin typeface="Lato"/>
                <a:ea typeface="Lato"/>
                <a:cs typeface="Lato"/>
              </a:rPr>
              <a:t>Thiếu sót hiện tại và bước tiếp theo</a:t>
            </a:r>
          </a:p>
        </p:txBody>
      </p:sp>
      <p:sp>
        <p:nvSpPr>
          <p:cNvPr id="5" name="explicit white background">
            <a:extLst xmlns:a="http://schemas.openxmlformats.org/drawingml/2006/main">
              <a:ext uri="{FF2B5EF4-FFF2-40B4-BE49-F238E27FC236}">
                <a16:creationId xmlns:a16="http://schemas.microsoft.com/office/drawing/2014/main" id="{DE76133E-7AE6-4B71-A455-FADBEBCA2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" name="HUST red title bar">
            <a:extLst xmlns:a="http://schemas.openxmlformats.org/drawingml/2006/main">
              <a:ext uri="{FF2B5EF4-FFF2-40B4-BE49-F238E27FC236}">
                <a16:creationId xmlns:a16="http://schemas.microsoft.com/office/drawing/2014/main" id="{C8DBD40B-9C20-4024-B01B-9DD78FCBA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0D12"/>
          </a:solidFill>
          <a:ln xmlns:a="http://schemas.openxmlformats.org/drawingml/2006/main" w="0">
            <a:solidFill>
              <a:srgbClr val="A30D12"/>
            </a:solidFill>
            <a:prstDash val="solid"/>
          </a:ln>
        </p:spPr>
      </p:sp>
      <p:sp>
        <p:nvSpPr>
          <p:cNvPr id="7" name="HUST gold divider">
            <a:extLst xmlns:a="http://schemas.openxmlformats.org/drawingml/2006/main">
              <a:ext uri="{FF2B5EF4-FFF2-40B4-BE49-F238E27FC236}">
                <a16:creationId xmlns:a16="http://schemas.microsoft.com/office/drawing/2014/main" id="{8A6F64D7-B3EA-4444-8A07-A0458A105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9144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A2B"/>
          </a:solidFill>
          <a:ln xmlns:a="http://schemas.openxmlformats.org/drawingml/2006/main" w="0">
            <a:solidFill>
              <a:srgbClr val="D89A2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92A5FC-CEBF-493A-9C23-9532D8DB5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4960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30D12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A30D12"/>
                </a:solidFill>
                <a:latin typeface="Lato"/>
                <a:ea typeface="Lato"/>
                <a:cs typeface="Lato"/>
              </a:rPr>
              <a:t>HUST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B08941-FEA4-45E5-94D8-E66104E20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572250"/>
            <a:ext cx="7810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1A5"/>
          </a:solidFill>
          <a:ln xmlns:a="http://schemas.openxmlformats.org/drawingml/2006/main" w="0">
            <a:solidFill>
              <a:srgbClr val="D6A1A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55AC9B-B4CD-42BA-8B6F-5B7247C5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37147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7D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3EAEB0-4697-49D7-BAE2-06F1E456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95400"/>
            <a:ext cx="3486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30D12"/>
                </a:solidFill>
                <a:latin typeface="Lato"/>
                <a:ea typeface="Lato"/>
                <a:cs typeface="Lato"/>
              </a:defRPr>
            </a:pPr>
            <a:r>
              <a:rPr sz="1275" b="1">
                <a:solidFill>
                  <a:srgbClr val="A30D12"/>
                </a:solidFill>
                <a:latin typeface="Lato"/>
                <a:ea typeface="Lato"/>
                <a:cs typeface="Lato"/>
              </a:rPr>
              <a:t>Thiếu sót cần nói rõ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DB4E38-2EBF-4FCB-B3C7-78E090293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34861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- Kết quả phụ thuộc random split local.</a:t>
            </a:r>
          </a:p>
          <a:p xmlns:a="http://schemas.openxmlformats.org/drawingml/2006/main">
            <a:pPr algn="l">
              <a:defRPr sz="1275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- Chưa có external validation từ assay/phòng lab khác.</a:t>
            </a:r>
          </a:p>
          <a:p xmlns:a="http://schemas.openxmlformats.org/drawingml/2006/main">
            <a:pPr algn="l">
              <a:defRPr sz="1275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- Threshold zero-FP trên Dev vẫn có rủi ro overfit.</a:t>
            </a:r>
          </a:p>
          <a:p xmlns:a="http://schemas.openxmlformats.org/drawingml/2006/main">
            <a:pPr algn="l">
              <a:defRPr sz="1275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- Chưa phân tích coefficient và calibration curve.</a:t>
            </a:r>
          </a:p>
          <a:p xmlns:a="http://schemas.openxmlformats.org/drawingml/2006/main">
            <a:pPr algn="l">
              <a:defRPr sz="1275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- Class imbalance: negative ít hơn positive.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D8F544-F707-4B0D-8863-DB2C7E220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200150"/>
            <a:ext cx="37147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7D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D6552D-17D2-4406-903D-4ADD26E9F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295400"/>
            <a:ext cx="3486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547A"/>
                </a:solidFill>
                <a:latin typeface="Lato"/>
                <a:ea typeface="Lato"/>
                <a:cs typeface="Lato"/>
              </a:defRPr>
            </a:pPr>
            <a:r>
              <a:rPr sz="1275" b="1">
                <a:solidFill>
                  <a:srgbClr val="24547A"/>
                </a:solidFill>
                <a:latin typeface="Lato"/>
                <a:ea typeface="Lato"/>
                <a:cs typeface="Lato"/>
              </a:rPr>
              <a:t>Bước tiếp theo đề xuất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D96742-C39A-449E-BC54-76287C807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600200"/>
            <a:ext cx="34861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- Cố định preprocessing pipeline và random seed.</a:t>
            </a:r>
          </a:p>
          <a:p xmlns:a="http://schemas.openxmlformats.org/drawingml/2006/main">
            <a:pPr algn="l">
              <a:defRPr sz="1275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- Báo cáo coefficient/odds ratio theo feature.</a:t>
            </a:r>
          </a:p>
          <a:p xmlns:a="http://schemas.openxmlformats.org/drawingml/2006/main">
            <a:pPr algn="l">
              <a:defRPr sz="1275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- Nested CV hoặc bootstrap confidence interval.</a:t>
            </a:r>
          </a:p>
          <a:p xmlns:a="http://schemas.openxmlformats.org/drawingml/2006/main">
            <a:pPr algn="l">
              <a:defRPr sz="1275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- Test trên dữ liệu variant call nội bộ.</a:t>
            </a:r>
          </a:p>
          <a:p xmlns:a="http://schemas.openxmlformats.org/drawingml/2006/main">
            <a:pPr algn="l">
              <a:defRPr sz="1275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- So sánh baseline hard filter vs ML threshold.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4BBDD7-C81D-4855-9302-7B664F821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10125"/>
            <a:ext cx="7048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8"/>
          </a:solidFill>
          <a:ln xmlns:a="http://schemas.openxmlformats.org/drawingml/2006/main" w="9525">
            <a:solidFill>
              <a:srgbClr val="E4C98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CA373B-2172-486A-991E-9CAF4F6A9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14900"/>
            <a:ext cx="6553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8A5A00"/>
                </a:solidFill>
                <a:latin typeface="Calibri"/>
                <a:ea typeface="Calibri"/>
                <a:cs typeface="Calibri"/>
              </a:defRPr>
            </a:pPr>
            <a:r>
              <a:rPr sz="1238" b="1">
                <a:solidFill>
                  <a:srgbClr val="8A5A00"/>
                </a:solidFill>
                <a:latin typeface="Calibri"/>
                <a:ea typeface="Calibri"/>
                <a:cs typeface="Calibri"/>
              </a:rPr>
              <a:t>Thông điệp khi báo cáo: model này là công cụ giảm xác nhận bổ sung, không thay thế quy trình kiểm định lâm sàng.</a:t>
            </a:r>
          </a:p>
        </p:txBody>
      </p:sp>
    </p:spTree>
    <p:extLst>
      <p:ext uri="{BB962C8B-B14F-4D97-AF65-F5344CB8AC3E}">
        <p14:creationId xmlns:p14="http://schemas.microsoft.com/office/powerpoint/2010/main" val="275135843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10">
            <a:extLst xmlns:a="http://schemas.openxmlformats.org/drawingml/2006/main">
              <a:ext uri="{FF2B5EF4-FFF2-40B4-BE49-F238E27FC236}">
                <a16:creationId xmlns:a16="http://schemas.microsoft.com/office/drawing/2014/main" id="{F78B3876-6ECC-4098-BDD1-C48CE4B42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094" y="3021991"/>
            <a:ext cx="4197975" cy="8140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buNone/>
              <a:defRPr sz="6000" b="1">
                <a:solidFill>
                  <a:srgbClr val="C00000"/>
                </a:solidFill>
                <a:latin typeface="Lato"/>
                <a:ea typeface="Lato"/>
                <a:cs typeface="Lato"/>
              </a:defRPr>
            </a:lvl1pPr>
          </a:lstStyle>
          <a:p xmlns:a="http://schemas.openxmlformats.org/drawingml/2006/main">
            <a:pPr algn="ctr"/>
            <a:r>
              <a:rPr sz="2550" b="1">
                <a:solidFill>
                  <a:srgbClr val="A30D12"/>
                </a:solidFill>
                <a:latin typeface="Lato"/>
                <a:ea typeface="Lato"/>
                <a:cs typeface="Lato"/>
              </a:rPr>
              <a:t>CẢM ƠN THẦY</a:t>
            </a:r>
          </a:p>
          <a:p xmlns:a="http://schemas.openxmlformats.org/drawingml/2006/main">
            <a:pPr algn="ctr"/>
            <a:r>
              <a:rPr sz="2550" b="1">
                <a:solidFill>
                  <a:srgbClr val="A30D12"/>
                </a:solidFill>
                <a:latin typeface="Lato"/>
                <a:ea typeface="Lato"/>
                <a:cs typeface="Lato"/>
              </a:rPr>
              <a:t>Q&amp;A</a:t>
            </a:r>
          </a:p>
        </p:txBody>
      </p:sp>
      <p:sp>
        <p:nvSpPr>
          <p:cNvPr id="4" name="explicit white background">
            <a:extLst xmlns:a="http://schemas.openxmlformats.org/drawingml/2006/main">
              <a:ext uri="{FF2B5EF4-FFF2-40B4-BE49-F238E27FC236}">
                <a16:creationId xmlns:a16="http://schemas.microsoft.com/office/drawing/2014/main" id="{66ADCB91-6CB8-406B-8EDA-6C4CC4062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1880FD-C920-43ED-938F-594B052C2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048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0D12"/>
          </a:solidFill>
          <a:ln xmlns:a="http://schemas.openxmlformats.org/drawingml/2006/main" w="0">
            <a:solidFill>
              <a:srgbClr val="A30D1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678F7D-E2B1-4B80-9D8F-A708D0E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2895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2550" b="1">
                <a:solidFill>
                  <a:srgbClr val="FFFFFF"/>
                </a:solidFill>
                <a:latin typeface="Lato"/>
                <a:ea typeface="Lato"/>
                <a:cs typeface="Lato"/>
              </a:rPr>
              <a:t>HUST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84DBF0-CEEA-4301-9910-16B8B7105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A2B"/>
          </a:solidFill>
          <a:ln xmlns:a="http://schemas.openxmlformats.org/drawingml/2006/main" w="0">
            <a:solidFill>
              <a:srgbClr val="D89A2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149315-A08C-4458-A040-525A83DF9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171950"/>
            <a:ext cx="4857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/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088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File chạy thử: D:\A\train_conservative_threshold.py</a:t>
            </a:r>
          </a:p>
          <a:p xmlns:a="http://schemas.openxmlformats.org/drawingml/2006/main">
            <a:pPr algn="ctr">
              <a:defRPr sz="1088" b="0">
                <a:solidFill>
                  <a:srgbClr val="242424"/>
                </a:solidFill>
                <a:latin typeface="Calibri"/>
                <a:ea typeface="Calibri"/>
                <a:cs typeface="Calibri"/>
              </a:defRPr>
            </a:pPr>
            <a:r>
              <a:rPr sz="1088" b="0">
                <a:solidFill>
                  <a:srgbClr val="242424"/>
                </a:solidFill>
                <a:latin typeface="Calibri"/>
                <a:ea typeface="Calibri"/>
                <a:cs typeface="Calibri"/>
              </a:rPr>
              <a:t>Dữ liệu: D:\A\12864_2018_4659_MOESM2_ESM.xlsx</a:t>
            </a:r>
          </a:p>
        </p:txBody>
      </p:sp>
    </p:spTree>
    <p:extLst>
      <p:ext uri="{BB962C8B-B14F-4D97-AF65-F5344CB8AC3E}">
        <p14:creationId xmlns:p14="http://schemas.microsoft.com/office/powerpoint/2010/main" val="283053568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2026-06-09T06:57:20.0270000Z</dcterms:created>
  <dcterms:modified xsi:type="dcterms:W3CDTF">2026-06-09T06:57:20.0270000Z</dcterms:modified>
</coreProperties>
</file>