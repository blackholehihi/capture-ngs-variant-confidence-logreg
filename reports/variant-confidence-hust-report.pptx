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d58f2128f742af" /><Relationship Type="http://schemas.openxmlformats.org/officeDocument/2006/relationships/extended-properties" Target="/docProps/app.xml" Id="R92f349616f714ec8" /><Relationship Type="http://schemas.openxmlformats.org/officeDocument/2006/relationships/officeDocument" Target="/ppt/presentation.xml" Id="R082ba5fb74314a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41dcbb79db749d6"/>
  </p:sldMasterIdLst>
  <p:notesMasterIdLst>
    <p:notesMasterId xmlns:r="http://schemas.openxmlformats.org/officeDocument/2006/relationships" r:id="Rbe415f2b46c8484d"/>
  </p:notesMasterIdLst>
  <p:sldIdLst>
    <p:sldId xmlns:r="http://schemas.openxmlformats.org/officeDocument/2006/relationships" id="256" r:id="R47fe8d8534114186"/>
    <p:sldId xmlns:r="http://schemas.openxmlformats.org/officeDocument/2006/relationships" id="257" r:id="R4797efcab556415a"/>
    <p:sldId xmlns:r="http://schemas.openxmlformats.org/officeDocument/2006/relationships" id="258" r:id="R3e3d5f82b4ae4742"/>
    <p:sldId xmlns:r="http://schemas.openxmlformats.org/officeDocument/2006/relationships" id="259" r:id="R3a717c5512d74090"/>
    <p:sldId xmlns:r="http://schemas.openxmlformats.org/officeDocument/2006/relationships" id="260" r:id="Rcc109b0f25c34cbf"/>
    <p:sldId xmlns:r="http://schemas.openxmlformats.org/officeDocument/2006/relationships" id="261" r:id="R73eb16a5f2d04e02"/>
    <p:sldId xmlns:r="http://schemas.openxmlformats.org/officeDocument/2006/relationships" id="262" r:id="Rb4e673b5978a4bab"/>
    <p:sldId xmlns:r="http://schemas.openxmlformats.org/officeDocument/2006/relationships" id="263" r:id="Rdebf7428cd624a9b"/>
    <p:sldId xmlns:r="http://schemas.openxmlformats.org/officeDocument/2006/relationships" id="264" r:id="Re0c22f0600734b45"/>
    <p:sldId xmlns:r="http://schemas.openxmlformats.org/officeDocument/2006/relationships" id="265" r:id="Re06480388b9a43bb"/>
  </p:sldIdLst>
  <p:sldSz cx="9144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1dcbb79db749d6" /><Relationship Type="http://schemas.openxmlformats.org/officeDocument/2006/relationships/theme" Target="/ppt/theme/theme1.xml" Id="R6b866aa57ade4b8a" /><Relationship Type="http://schemas.openxmlformats.org/officeDocument/2006/relationships/notesMaster" Target="/ppt/notesMasters/notesMaster1.xml" Id="Rbe415f2b46c8484d" /><Relationship Type="http://schemas.openxmlformats.org/officeDocument/2006/relationships/presProps" Target="/ppt/presProps.xml" Id="R310a9d7050be4d2a" /><Relationship Type="http://schemas.openxmlformats.org/officeDocument/2006/relationships/viewProps" Target="/ppt/viewProps.xml" Id="R96b2899a862749ec" /><Relationship Type="http://schemas.openxmlformats.org/officeDocument/2006/relationships/tableStyles" Target="/ppt/tableStyles.xml" Id="R5cc43092c9654953" /><Relationship Type="http://schemas.openxmlformats.org/officeDocument/2006/relationships/slide" Target="/ppt/slides/slide1.xml" Id="R47fe8d8534114186" /><Relationship Type="http://schemas.openxmlformats.org/officeDocument/2006/relationships/slide" Target="/ppt/slides/slide2.xml" Id="R4797efcab556415a" /><Relationship Type="http://schemas.openxmlformats.org/officeDocument/2006/relationships/slide" Target="/ppt/slides/slide3.xml" Id="R3e3d5f82b4ae4742" /><Relationship Type="http://schemas.openxmlformats.org/officeDocument/2006/relationships/slide" Target="/ppt/slides/slide4.xml" Id="R3a717c5512d74090" /><Relationship Type="http://schemas.openxmlformats.org/officeDocument/2006/relationships/slide" Target="/ppt/slides/slide5.xml" Id="Rcc109b0f25c34cbf" /><Relationship Type="http://schemas.openxmlformats.org/officeDocument/2006/relationships/slide" Target="/ppt/slides/slide6.xml" Id="R73eb16a5f2d04e02" /><Relationship Type="http://schemas.openxmlformats.org/officeDocument/2006/relationships/slide" Target="/ppt/slides/slide7.xml" Id="Rb4e673b5978a4bab" /><Relationship Type="http://schemas.openxmlformats.org/officeDocument/2006/relationships/slide" Target="/ppt/slides/slide8.xml" Id="Rdebf7428cd624a9b" /><Relationship Type="http://schemas.openxmlformats.org/officeDocument/2006/relationships/slide" Target="/ppt/slides/slide9.xml" Id="Re0c22f0600734b45" /><Relationship Type="http://schemas.openxmlformats.org/officeDocument/2006/relationships/slide" Target="/ppt/slides/slide10.xml" Id="Re06480388b9a43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8cc517f6cf046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adaab09836d4931" /><Relationship Type="http://schemas.openxmlformats.org/officeDocument/2006/relationships/notesMaster" Target="/ppt/notesMasters/notesMaster1.xml" Id="R09eeca6ba03442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99ffba3b0d04044" /><Relationship Type="http://schemas.openxmlformats.org/officeDocument/2006/relationships/notesMaster" Target="/ppt/notesMasters/notesMaster1.xml" Id="R1fd98803f22f46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83a1cf8f2e410f" /><Relationship Type="http://schemas.openxmlformats.org/officeDocument/2006/relationships/notesMaster" Target="/ppt/notesMasters/notesMaster1.xml" Id="Rf2a87e8a58694b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6e81a63aef045f3" /><Relationship Type="http://schemas.openxmlformats.org/officeDocument/2006/relationships/notesMaster" Target="/ppt/notesMasters/notesMaster1.xml" Id="R69ee01f1314e4a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3602b167b0434c" /><Relationship Type="http://schemas.openxmlformats.org/officeDocument/2006/relationships/notesMaster" Target="/ppt/notesMasters/notesMaster1.xml" Id="Rb6a8921ad56d468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0b74b3fed42451b" /><Relationship Type="http://schemas.openxmlformats.org/officeDocument/2006/relationships/notesMaster" Target="/ppt/notesMasters/notesMaster1.xml" Id="Rd7e4d0e71a5247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db45ddc2e9049d0" /><Relationship Type="http://schemas.openxmlformats.org/officeDocument/2006/relationships/notesMaster" Target="/ppt/notesMasters/notesMaster1.xml" Id="R7fce99fe7f6d4be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92c66bc770451f" /><Relationship Type="http://schemas.openxmlformats.org/officeDocument/2006/relationships/notesMaster" Target="/ppt/notesMasters/notesMaster1.xml" Id="R0e7aee7f7c6b401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d386d0b342472c" /><Relationship Type="http://schemas.openxmlformats.org/officeDocument/2006/relationships/notesMaster" Target="/ppt/notesMasters/notesMaster1.xml" Id="R9cf374b1d07a4ca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c91ffe10cc44ffc" /><Relationship Type="http://schemas.openxmlformats.org/officeDocument/2006/relationships/notesMaster" Target="/ppt/notesMasters/notesMaster1.xml" Id="Rc972688007ee42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8ae943aa14485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6a8aa0de194dd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2d52d18051404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30d977ffc2494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38ae97fe084b5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82721b5cc7418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b5a7cbc679444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d1e29fd244436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7f3f24c16d4a0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7ea3f166504d73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7e27042dcd45ed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08ad9380aa4dbb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441a2970714dec" /></Relationships>
</file>

<file path=ppt/slideLayouts/slideLayout2.xml><?xml version="1.0" encoding="utf-8"?>
<p:sldLayout xmlns:p="http://schemas.openxmlformats.org/presentationml/2006/main">
  <p:cSld name="1_Title Only">
    <p:bg>
      <p:bgRef idx="1001">
        <a:schemeClr xmlns:a="http://schemas.openxmlformats.org/drawingml/2006/main" val="phClr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 6">
            <a:extLst xmlns:a="http://schemas.openxmlformats.org/drawingml/2006/main">
              <a:ext uri="{FF2B5EF4-FFF2-40B4-BE49-F238E27FC236}">
                <a16:creationId xmlns:a16="http://schemas.microsoft.com/office/drawing/2014/main" id="{689FBFE6-E7AD-40DE-88B8-794C73F956C5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3511295" y="224917"/>
            <a:ext cx="5397627" cy="4517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 b="1">
                <a:solidFill>
                  <a:schemeClr val="tx1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2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1C2ED7A5-CBB5-4B5C-BD2A-3596087A71FA}"/>
              </a:ext>
            </a:extLst>
          </p:cNvPr>
          <p:cNvSpPr/>
          <p:nvPr>
            <p:ph type="body" idx="13"/>
          </p:nvPr>
        </p:nvSpPr>
        <p:spPr>
          <a:xfrm xmlns:a="http://schemas.openxmlformats.org/drawingml/2006/main">
            <a:off x="3524251" y="1011238"/>
            <a:ext cx="5384672" cy="55292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Lato"/>
                <a:ea typeface="Lato"/>
                <a:cs typeface="Lato"/>
              </a:defRPr>
            </a:lvl1pPr>
            <a:lvl2pPr>
              <a:buNone/>
              <a:defRPr>
                <a:latin typeface="Lato"/>
                <a:ea typeface="Lato"/>
                <a:cs typeface="Lato"/>
              </a:defRPr>
            </a:lvl2pPr>
            <a:lvl3pPr>
              <a:buNone/>
              <a:defRPr>
                <a:latin typeface="Lato"/>
                <a:ea typeface="Lato"/>
                <a:cs typeface="Lato"/>
              </a:defRPr>
            </a:lvl3pPr>
            <a:lvl4pPr>
              <a:buNone/>
              <a:defRPr>
                <a:latin typeface="Lato"/>
                <a:ea typeface="Lato"/>
                <a:cs typeface="Lato"/>
              </a:defRPr>
            </a:lvl4pPr>
            <a:lvl5pPr>
              <a:buNone/>
              <a:defRPr>
                <a:latin typeface="Lato"/>
                <a:ea typeface="Lato"/>
                <a:cs typeface="Lato"/>
              </a:defRPr>
            </a:lvl5pPr>
          </a:lstStyle>
          <a:p xmlns:a="http://schemas.openxmlformats.org/drawingml/2006/main"/>
        </p:txBody>
      </p:sp>
      <p:sp>
        <p:nvSpPr>
          <p:cNvPr id="1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21F2271-B488-4DC9-A50E-592D82F22CE9}"/>
              </a:ext>
            </a:extLst>
          </p:cNvPr>
          <p:cNvSpPr/>
          <p:nvPr>
            <p:ph type="dt" idx="10"/>
          </p:nvPr>
        </p:nvSpPr>
        <p:spPr>
          <a:xfrm xmlns:a="http://schemas.openxmlformats.org/drawingml/2006/main">
            <a:off x="628650" y="6565257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200" b="1">
                <a:solidFill>
                  <a:schemeClr val="bg1">
                    <a:lumMod val="95000"/>
                  </a:schemeClr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06E966D-F219-41DE-82BF-3F3121B7DCCC}"/>
              </a:ext>
            </a:extLst>
          </p:cNvPr>
          <p:cNvSpPr/>
          <p:nvPr>
            <p:ph type="ftr" idx="11"/>
          </p:nvPr>
        </p:nvSpPr>
        <p:spPr>
          <a:xfrm xmlns:a="http://schemas.openxmlformats.org/drawingml/2006/main">
            <a:off x="3028950" y="6565257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ctr"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61A491-C108-489A-B2EA-9FC27DAD4D24}"/>
              </a:ext>
            </a:extLst>
          </p:cNvPr>
          <p:cNvSpPr/>
          <p:nvPr>
            <p:ph type="sldNum" idx="12"/>
          </p:nvPr>
        </p:nvSpPr>
        <p:spPr>
          <a:xfrm xmlns:a="http://schemas.openxmlformats.org/drawingml/2006/main">
            <a:off x="6867383" y="6572126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r"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1_Content with Caption">
    <p:bg>
      <p:bgRef idx="1001">
        <a:schemeClr xmlns:a="http://schemas.openxmlformats.org/drawingml/2006/main" val="phClr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/>
          <p:nvPr>
            <p:ph type="dt" idx="10"/>
          </p:nvPr>
        </p:nvSpPr>
        <p:spPr>
          <a:xfrm xmlns:a="http://schemas.openxmlformats.org/drawingml/2006/main">
            <a:off x="628650" y="6565257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200" b="1">
                <a:solidFill>
                  <a:schemeClr val="bg1">
                    <a:lumMod val="95000"/>
                  </a:schemeClr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/>
          <p:nvPr>
            <p:ph type="ftr" idx="11"/>
          </p:nvPr>
        </p:nvSpPr>
        <p:spPr>
          <a:xfrm xmlns:a="http://schemas.openxmlformats.org/drawingml/2006/main">
            <a:off x="3028950" y="6565257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ctr"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7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/>
          <p:nvPr>
            <p:ph type="sldNum" idx="12"/>
          </p:nvPr>
        </p:nvSpPr>
        <p:spPr>
          <a:xfrm xmlns:a="http://schemas.openxmlformats.org/drawingml/2006/main">
            <a:off x="6867383" y="6572126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r"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1_Title and Content">
    <p:bg>
      <p:bgRef idx="1001">
        <a:schemeClr xmlns:a="http://schemas.openxmlformats.org/drawingml/2006/main" val="phClr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5.xml><?xml version="1.0" encoding="utf-8"?>
<p:sldLayout xmlns:p="http://schemas.openxmlformats.org/presentationml/2006/main">
  <p:cSld name="2_Two Content">
    <p:bg>
      <p:bgRef idx="1001">
        <a:schemeClr xmlns:a="http://schemas.openxmlformats.org/drawingml/2006/main" val="phClr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/>
          <p:nvPr>
            <p:ph type="dt" idx="10"/>
          </p:nvPr>
        </p:nvSpPr>
        <p:spPr>
          <a:xfrm xmlns:a="http://schemas.openxmlformats.org/drawingml/2006/main">
            <a:off x="628650" y="6565257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/>
          <p:nvPr>
            <p:ph type="ftr" idx="11"/>
          </p:nvPr>
        </p:nvSpPr>
        <p:spPr>
          <a:xfrm xmlns:a="http://schemas.openxmlformats.org/drawingml/2006/main">
            <a:off x="3028950" y="6565257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ctr"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/>
          <p:nvPr>
            <p:ph type="sldNum" idx="12"/>
          </p:nvPr>
        </p:nvSpPr>
        <p:spPr>
          <a:xfrm xmlns:a="http://schemas.openxmlformats.org/drawingml/2006/main">
            <a:off x="6867383" y="6572126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r"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7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/>
          <p:nvPr>
            <p:ph idx="1"/>
          </p:nvPr>
        </p:nvSpPr>
        <p:spPr>
          <a:xfrm xmlns:a="http://schemas.openxmlformats.org/drawingml/2006/main">
            <a:off x="528828" y="1423289"/>
            <a:ext cx="38862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Lato"/>
                <a:ea typeface="Lato"/>
                <a:cs typeface="Lato"/>
              </a:defRPr>
            </a:lvl1pPr>
            <a:lvl2pPr>
              <a:buNone/>
              <a:defRPr>
                <a:latin typeface="Lato"/>
                <a:ea typeface="Lato"/>
                <a:cs typeface="Lato"/>
              </a:defRPr>
            </a:lvl2pPr>
            <a:lvl3pPr>
              <a:buNone/>
              <a:defRPr>
                <a:latin typeface="Lato"/>
                <a:ea typeface="Lato"/>
                <a:cs typeface="Lato"/>
              </a:defRPr>
            </a:lvl3pPr>
            <a:lvl4pPr>
              <a:buNone/>
              <a:defRPr>
                <a:latin typeface="Lato"/>
                <a:ea typeface="Lato"/>
                <a:cs typeface="Lato"/>
              </a:defRPr>
            </a:lvl4pPr>
            <a:lvl5pPr>
              <a:buNone/>
              <a:defRPr>
                <a:latin typeface="Lato"/>
                <a:ea typeface="Lato"/>
                <a:cs typeface="Lato"/>
              </a:defRPr>
            </a:lvl5pPr>
          </a:lstStyle>
          <a:p xmlns:a="http://schemas.openxmlformats.org/drawingml/2006/main"/>
        </p:txBody>
      </p:sp>
      <p:sp>
        <p:nvSpPr>
          <p:cNvPr id="18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/>
          <p:nvPr>
            <p:ph idx="2"/>
          </p:nvPr>
        </p:nvSpPr>
        <p:spPr>
          <a:xfrm xmlns:a="http://schemas.openxmlformats.org/drawingml/2006/main">
            <a:off x="4572000" y="1423289"/>
            <a:ext cx="38862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Lato"/>
                <a:ea typeface="Lato"/>
                <a:cs typeface="Lato"/>
              </a:defRPr>
            </a:lvl1pPr>
            <a:lvl2pPr>
              <a:buNone/>
              <a:defRPr>
                <a:latin typeface="Lato"/>
                <a:ea typeface="Lato"/>
                <a:cs typeface="Lato"/>
              </a:defRPr>
            </a:lvl2pPr>
            <a:lvl3pPr>
              <a:buNone/>
              <a:defRPr>
                <a:latin typeface="Lato"/>
                <a:ea typeface="Lato"/>
                <a:cs typeface="Lato"/>
              </a:defRPr>
            </a:lvl3pPr>
            <a:lvl4pPr>
              <a:buNone/>
              <a:defRPr>
                <a:latin typeface="Lato"/>
                <a:ea typeface="Lato"/>
                <a:cs typeface="Lato"/>
              </a:defRPr>
            </a:lvl4pPr>
            <a:lvl5pPr>
              <a:buNone/>
              <a:defRPr>
                <a:latin typeface="Lato"/>
                <a:ea typeface="Lato"/>
                <a:cs typeface="Lato"/>
              </a:defRPr>
            </a:lvl5pPr>
          </a:lstStyle>
          <a:p xmlns:a="http://schemas.openxmlformats.org/drawingml/2006/main"/>
        </p:txBody>
      </p:sp>
      <p:sp>
        <p:nvSpPr>
          <p:cNvPr id="19" name="Title 6">
            <a:extLst xmlns:a="http://schemas.openxmlformats.org/drawingml/2006/main"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235077" y="78613"/>
            <a:ext cx="8673846" cy="4517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 b="1">
                <a:solidFill>
                  <a:schemeClr val="bg1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>
  <p:cSld name="3_Comparison">
    <p:bg>
      <p:bgRef idx="1001">
        <a:schemeClr xmlns:a="http://schemas.openxmlformats.org/drawingml/2006/main" val="phClr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/>
          <p:nvPr>
            <p:ph type="dt" idx="10"/>
          </p:nvPr>
        </p:nvSpPr>
        <p:spPr>
          <a:xfrm xmlns:a="http://schemas.openxmlformats.org/drawingml/2006/main">
            <a:off x="628650" y="6565257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/>
          <p:nvPr>
            <p:ph type="ftr" idx="11"/>
          </p:nvPr>
        </p:nvSpPr>
        <p:spPr>
          <a:xfrm xmlns:a="http://schemas.openxmlformats.org/drawingml/2006/main">
            <a:off x="3028950" y="6565257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ctr"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/>
          <p:nvPr>
            <p:ph type="sldNum" idx="12"/>
          </p:nvPr>
        </p:nvSpPr>
        <p:spPr>
          <a:xfrm xmlns:a="http://schemas.openxmlformats.org/drawingml/2006/main">
            <a:off x="6867383" y="6572126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r"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1" name="Title 6">
            <a:extLst xmlns:a="http://schemas.openxmlformats.org/drawingml/2006/main"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235077" y="78613"/>
            <a:ext cx="8673846" cy="4517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 b="1">
                <a:solidFill>
                  <a:schemeClr val="bg1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6" name="Text Placeholder 11">
            <a:extLst xmlns:a="http://schemas.openxmlformats.org/drawingml/2006/main"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/>
          <p:nvPr>
            <p:ph type="body" idx="13"/>
          </p:nvPr>
        </p:nvSpPr>
        <p:spPr>
          <a:xfrm xmlns:a="http://schemas.openxmlformats.org/drawingml/2006/main">
            <a:off x="234950" y="1164920"/>
            <a:ext cx="8674100" cy="493107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Lato"/>
                <a:ea typeface="Lato"/>
                <a:cs typeface="Lato"/>
              </a:defRPr>
            </a:lvl1pPr>
            <a:lvl2pPr>
              <a:buNone/>
              <a:defRPr>
                <a:latin typeface="Lato"/>
                <a:ea typeface="Lato"/>
                <a:cs typeface="Lato"/>
              </a:defRPr>
            </a:lvl2pPr>
            <a:lvl3pPr>
              <a:buNone/>
              <a:defRPr>
                <a:latin typeface="Lato"/>
                <a:ea typeface="Lato"/>
                <a:cs typeface="Lato"/>
              </a:defRPr>
            </a:lvl3pPr>
            <a:lvl4pPr>
              <a:buNone/>
              <a:defRPr>
                <a:latin typeface="Lato"/>
                <a:ea typeface="Lato"/>
                <a:cs typeface="Lato"/>
              </a:defRPr>
            </a:lvl4pPr>
            <a:lvl5pPr>
              <a:buNone/>
              <a:defRPr>
                <a:latin typeface="Lato"/>
                <a:ea typeface="Lato"/>
                <a:cs typeface="Lato"/>
              </a:defRPr>
            </a:lvl5pPr>
          </a:lstStyle>
          <a:p xmlns:a="http://schemas.openxmlformats.org/drawingml/2006/main"/>
        </p:txBody>
      </p:sp>
    </p:spTree>
  </p:cSld>
</p:sldLayout>
</file>

<file path=ppt/slideLayouts/slideLayout7.xml><?xml version="1.0" encoding="utf-8"?>
<p:sldLayout xmlns:p="http://schemas.openxmlformats.org/presentationml/2006/main">
  <p:cSld name="1_Title Slide">
    <p:bg>
      <p:bgRef idx="1001">
        <a:schemeClr xmlns:a="http://schemas.openxmlformats.org/drawingml/2006/main" val="phClr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 6">
            <a:extLst xmlns:a="http://schemas.openxmlformats.org/drawingml/2006/main">
              <a:ext uri="{FF2B5EF4-FFF2-40B4-BE49-F238E27FC236}">
                <a16:creationId xmlns:a16="http://schemas.microsoft.com/office/drawing/2014/main" id="{C5DD3B49-F775-49FC-ACAD-45B074D1C945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2380488" y="2365248"/>
            <a:ext cx="4383024" cy="212750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ctr">
              <a:buNone/>
              <a:defRPr sz="4800" b="1">
                <a:solidFill>
                  <a:schemeClr val="bg1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8.xml><?xml version="1.0" encoding="utf-8"?>
<p:sldLayout xmlns:p="http://schemas.openxmlformats.org/presentationml/2006/main">
  <p:cSld name="Custom Layout">
    <p:bg>
      <p:bgRef idx="1001">
        <a:schemeClr xmlns:a="http://schemas.openxmlformats.org/drawingml/2006/main" val="phClr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9.xml><?xml version="1.0" encoding="utf-8"?>
<p:sldLayout xmlns:p="http://schemas.openxmlformats.org/presentationml/2006/main">
  <p:cSld name="1_Comparison">
    <p:bg>
      <p:bgRef idx="1001">
        <a:schemeClr xmlns:a="http://schemas.openxmlformats.org/drawingml/2006/main" val="phClr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/>
          <p:nvPr>
            <p:ph type="dt" idx="10"/>
          </p:nvPr>
        </p:nvSpPr>
        <p:spPr>
          <a:xfrm xmlns:a="http://schemas.openxmlformats.org/drawingml/2006/main">
            <a:off x="628650" y="6565257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/>
          <p:nvPr>
            <p:ph type="ftr" idx="11"/>
          </p:nvPr>
        </p:nvSpPr>
        <p:spPr>
          <a:xfrm xmlns:a="http://schemas.openxmlformats.org/drawingml/2006/main">
            <a:off x="3028950" y="6565257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ctr"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/>
          <p:nvPr>
            <p:ph type="sldNum" idx="12"/>
          </p:nvPr>
        </p:nvSpPr>
        <p:spPr>
          <a:xfrm xmlns:a="http://schemas.openxmlformats.org/drawingml/2006/main">
            <a:off x="6867383" y="6572126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r"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1" name="Title 6">
            <a:extLst xmlns:a="http://schemas.openxmlformats.org/drawingml/2006/main"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235077" y="78613"/>
            <a:ext cx="8673846" cy="4517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 b="1">
                <a:solidFill>
                  <a:schemeClr val="bg1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6" name="Text Placeholder 11">
            <a:extLst xmlns:a="http://schemas.openxmlformats.org/drawingml/2006/main"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/>
          <p:nvPr>
            <p:ph type="body" idx="13"/>
          </p:nvPr>
        </p:nvSpPr>
        <p:spPr>
          <a:xfrm xmlns:a="http://schemas.openxmlformats.org/drawingml/2006/main">
            <a:off x="234950" y="963168"/>
            <a:ext cx="8674100" cy="51328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Lato"/>
                <a:ea typeface="Lato"/>
                <a:cs typeface="Lato"/>
              </a:defRPr>
            </a:lvl1pPr>
            <a:lvl2pPr>
              <a:buNone/>
              <a:defRPr>
                <a:latin typeface="Lato"/>
                <a:ea typeface="Lato"/>
                <a:cs typeface="Lato"/>
              </a:defRPr>
            </a:lvl2pPr>
            <a:lvl3pPr>
              <a:buNone/>
              <a:defRPr>
                <a:latin typeface="Lato"/>
                <a:ea typeface="Lato"/>
                <a:cs typeface="Lato"/>
              </a:defRPr>
            </a:lvl3pPr>
            <a:lvl4pPr>
              <a:buNone/>
              <a:defRPr>
                <a:latin typeface="Lato"/>
                <a:ea typeface="Lato"/>
                <a:cs typeface="Lato"/>
              </a:defRPr>
            </a:lvl4pPr>
            <a:lvl5pPr>
              <a:buNone/>
              <a:defRPr>
                <a:latin typeface="Lato"/>
                <a:ea typeface="Lato"/>
                <a:cs typeface="Lato"/>
              </a:defRPr>
            </a:lvl5pPr>
          </a:lstStyle>
          <a:p xmlns:a="http://schemas.openxmlformats.org/drawingml/2006/main"/>
        </p:txBody>
      </p:sp>
    </p:spTree>
  </p:cSld>
</p:sldLayout>
</file>

<file path=ppt/slideLayouts/slideLayout10.xml><?xml version="1.0" encoding="utf-8"?>
<p:sldLayout xmlns:p="http://schemas.openxmlformats.org/presentationml/2006/main">
  <p:cSld name="3_Blank">
    <p:bg>
      <p:bgRef idx="1001">
        <a:schemeClr xmlns:a="http://schemas.openxmlformats.org/drawingml/2006/main" val="phClr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 6">
            <a:extLst xmlns:a="http://schemas.openxmlformats.org/drawingml/2006/main"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235077" y="78613"/>
            <a:ext cx="8673846" cy="4517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 b="1">
                <a:solidFill>
                  <a:schemeClr val="bg1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4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/>
          <p:nvPr>
            <p:ph idx="1"/>
          </p:nvPr>
        </p:nvSpPr>
        <p:spPr>
          <a:xfrm xmlns:a="http://schemas.openxmlformats.org/drawingml/2006/main">
            <a:off x="595884" y="1533017"/>
            <a:ext cx="38862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Lato"/>
                <a:ea typeface="Lato"/>
                <a:cs typeface="Lato"/>
              </a:defRPr>
            </a:lvl1pPr>
            <a:lvl2pPr>
              <a:buNone/>
              <a:defRPr>
                <a:latin typeface="Lato"/>
                <a:ea typeface="Lato"/>
                <a:cs typeface="Lato"/>
              </a:defRPr>
            </a:lvl2pPr>
            <a:lvl3pPr>
              <a:buNone/>
              <a:defRPr>
                <a:latin typeface="Lato"/>
                <a:ea typeface="Lato"/>
                <a:cs typeface="Lato"/>
              </a:defRPr>
            </a:lvl3pPr>
            <a:lvl4pPr>
              <a:buNone/>
              <a:defRPr>
                <a:latin typeface="Lato"/>
                <a:ea typeface="Lato"/>
                <a:cs typeface="Lato"/>
              </a:defRPr>
            </a:lvl4pPr>
            <a:lvl5pPr>
              <a:buNone/>
              <a:defRPr>
                <a:latin typeface="Lato"/>
                <a:ea typeface="Lato"/>
                <a:cs typeface="Lato"/>
              </a:defRPr>
            </a:lvl5pPr>
          </a:lstStyle>
          <a:p xmlns:a="http://schemas.openxmlformats.org/drawingml/2006/main"/>
        </p:txBody>
      </p:sp>
      <p:sp>
        <p:nvSpPr>
          <p:cNvPr id="15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/>
          <p:nvPr>
            <p:ph idx="2"/>
          </p:nvPr>
        </p:nvSpPr>
        <p:spPr>
          <a:xfrm xmlns:a="http://schemas.openxmlformats.org/drawingml/2006/main">
            <a:off x="4639056" y="1533017"/>
            <a:ext cx="38862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Lato"/>
                <a:ea typeface="Lato"/>
                <a:cs typeface="Lato"/>
              </a:defRPr>
            </a:lvl1pPr>
            <a:lvl2pPr>
              <a:buNone/>
              <a:defRPr>
                <a:latin typeface="Lato"/>
                <a:ea typeface="Lato"/>
                <a:cs typeface="Lato"/>
              </a:defRPr>
            </a:lvl2pPr>
            <a:lvl3pPr>
              <a:buNone/>
              <a:defRPr>
                <a:latin typeface="Lato"/>
                <a:ea typeface="Lato"/>
                <a:cs typeface="Lato"/>
              </a:defRPr>
            </a:lvl3pPr>
            <a:lvl4pPr>
              <a:buNone/>
              <a:defRPr>
                <a:latin typeface="Lato"/>
                <a:ea typeface="Lato"/>
                <a:cs typeface="Lato"/>
              </a:defRPr>
            </a:lvl4pPr>
            <a:lvl5pPr>
              <a:buNone/>
              <a:defRPr>
                <a:latin typeface="Lato"/>
                <a:ea typeface="Lato"/>
                <a:cs typeface="Lato"/>
              </a:defRPr>
            </a:lvl5pPr>
          </a:lstStyle>
          <a:p xmlns:a="http://schemas.openxmlformats.org/drawingml/2006/main"/>
        </p:txBody>
      </p:sp>
      <p:sp>
        <p:nvSpPr>
          <p:cNvPr id="16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/>
          <p:nvPr>
            <p:ph type="dt" idx="10"/>
          </p:nvPr>
        </p:nvSpPr>
        <p:spPr>
          <a:xfrm xmlns:a="http://schemas.openxmlformats.org/drawingml/2006/main">
            <a:off x="628650" y="6565257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/>
          <p:nvPr>
            <p:ph type="ftr" idx="11"/>
          </p:nvPr>
        </p:nvSpPr>
        <p:spPr>
          <a:xfrm xmlns:a="http://schemas.openxmlformats.org/drawingml/2006/main">
            <a:off x="3028950" y="6565257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ctr"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8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/>
          <p:nvPr>
            <p:ph type="sldNum" idx="12"/>
          </p:nvPr>
        </p:nvSpPr>
        <p:spPr>
          <a:xfrm xmlns:a="http://schemas.openxmlformats.org/drawingml/2006/main">
            <a:off x="6867383" y="6572126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r"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11.xml><?xml version="1.0" encoding="utf-8"?>
<p:sldLayout xmlns:p="http://schemas.openxmlformats.org/presentationml/2006/main">
  <p:cSld name="1_Two Content">
    <p:bg>
      <p:bgRef idx="1001">
        <a:schemeClr xmlns:a="http://schemas.openxmlformats.org/drawingml/2006/main" val="phClr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/>
          <p:nvPr>
            <p:ph type="dt" idx="10"/>
          </p:nvPr>
        </p:nvSpPr>
        <p:spPr>
          <a:xfrm xmlns:a="http://schemas.openxmlformats.org/drawingml/2006/main">
            <a:off x="628650" y="6565257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/>
          <p:nvPr>
            <p:ph type="ftr" idx="11"/>
          </p:nvPr>
        </p:nvSpPr>
        <p:spPr>
          <a:xfrm xmlns:a="http://schemas.openxmlformats.org/drawingml/2006/main">
            <a:off x="3028950" y="6565257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ctr"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/>
          <p:nvPr>
            <p:ph type="sldNum" idx="12"/>
          </p:nvPr>
        </p:nvSpPr>
        <p:spPr>
          <a:xfrm xmlns:a="http://schemas.openxmlformats.org/drawingml/2006/main">
            <a:off x="6867383" y="6572126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r"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7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/>
          <p:nvPr>
            <p:ph idx="1"/>
          </p:nvPr>
        </p:nvSpPr>
        <p:spPr>
          <a:xfrm xmlns:a="http://schemas.openxmlformats.org/drawingml/2006/main">
            <a:off x="528828" y="1423289"/>
            <a:ext cx="38862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Lato"/>
                <a:ea typeface="Lato"/>
                <a:cs typeface="Lato"/>
              </a:defRPr>
            </a:lvl1pPr>
            <a:lvl2pPr>
              <a:buNone/>
              <a:defRPr>
                <a:latin typeface="Lato"/>
                <a:ea typeface="Lato"/>
                <a:cs typeface="Lato"/>
              </a:defRPr>
            </a:lvl2pPr>
            <a:lvl3pPr>
              <a:buNone/>
              <a:defRPr>
                <a:latin typeface="Lato"/>
                <a:ea typeface="Lato"/>
                <a:cs typeface="Lato"/>
              </a:defRPr>
            </a:lvl3pPr>
            <a:lvl4pPr>
              <a:buNone/>
              <a:defRPr>
                <a:latin typeface="Lato"/>
                <a:ea typeface="Lato"/>
                <a:cs typeface="Lato"/>
              </a:defRPr>
            </a:lvl4pPr>
            <a:lvl5pPr>
              <a:buNone/>
              <a:defRPr>
                <a:latin typeface="Lato"/>
                <a:ea typeface="Lato"/>
                <a:cs typeface="Lato"/>
              </a:defRPr>
            </a:lvl5pPr>
          </a:lstStyle>
          <a:p xmlns:a="http://schemas.openxmlformats.org/drawingml/2006/main"/>
        </p:txBody>
      </p:sp>
      <p:sp>
        <p:nvSpPr>
          <p:cNvPr id="18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/>
          <p:nvPr>
            <p:ph idx="2"/>
          </p:nvPr>
        </p:nvSpPr>
        <p:spPr>
          <a:xfrm xmlns:a="http://schemas.openxmlformats.org/drawingml/2006/main">
            <a:off x="4572000" y="1423289"/>
            <a:ext cx="38862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Lato"/>
                <a:ea typeface="Lato"/>
                <a:cs typeface="Lato"/>
              </a:defRPr>
            </a:lvl1pPr>
            <a:lvl2pPr>
              <a:buNone/>
              <a:defRPr>
                <a:latin typeface="Lato"/>
                <a:ea typeface="Lato"/>
                <a:cs typeface="Lato"/>
              </a:defRPr>
            </a:lvl2pPr>
            <a:lvl3pPr>
              <a:buNone/>
              <a:defRPr>
                <a:latin typeface="Lato"/>
                <a:ea typeface="Lato"/>
                <a:cs typeface="Lato"/>
              </a:defRPr>
            </a:lvl3pPr>
            <a:lvl4pPr>
              <a:buNone/>
              <a:defRPr>
                <a:latin typeface="Lato"/>
                <a:ea typeface="Lato"/>
                <a:cs typeface="Lato"/>
              </a:defRPr>
            </a:lvl4pPr>
            <a:lvl5pPr>
              <a:buNone/>
              <a:defRPr>
                <a:latin typeface="Lato"/>
                <a:ea typeface="Lato"/>
                <a:cs typeface="Lato"/>
              </a:defRPr>
            </a:lvl5pPr>
          </a:lstStyle>
          <a:p xmlns:a="http://schemas.openxmlformats.org/drawingml/2006/main"/>
        </p:txBody>
      </p:sp>
      <p:sp>
        <p:nvSpPr>
          <p:cNvPr id="19" name="Title 6">
            <a:extLst xmlns:a="http://schemas.openxmlformats.org/drawingml/2006/main"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235077" y="78613"/>
            <a:ext cx="8673846" cy="4517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 b="1">
                <a:solidFill>
                  <a:schemeClr val="bg1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12.xml><?xml version="1.0" encoding="utf-8"?>
<p:sldLayout xmlns:p="http://schemas.openxmlformats.org/presentationml/2006/main">
  <p:cSld name="2_Comparison">
    <p:bg>
      <p:bgRef idx="1001">
        <a:schemeClr xmlns:a="http://schemas.openxmlformats.org/drawingml/2006/main" val="phClr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/>
          <p:nvPr>
            <p:ph type="dt" idx="10"/>
          </p:nvPr>
        </p:nvSpPr>
        <p:spPr>
          <a:xfrm xmlns:a="http://schemas.openxmlformats.org/drawingml/2006/main">
            <a:off x="628650" y="6565257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/>
          <p:nvPr>
            <p:ph type="ftr" idx="11"/>
          </p:nvPr>
        </p:nvSpPr>
        <p:spPr>
          <a:xfrm xmlns:a="http://schemas.openxmlformats.org/drawingml/2006/main">
            <a:off x="3028950" y="6565257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ctr"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/>
          <p:nvPr>
            <p:ph type="sldNum" idx="12"/>
          </p:nvPr>
        </p:nvSpPr>
        <p:spPr>
          <a:xfrm xmlns:a="http://schemas.openxmlformats.org/drawingml/2006/main">
            <a:off x="6867383" y="6572126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r"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1" name="Title 6">
            <a:extLst xmlns:a="http://schemas.openxmlformats.org/drawingml/2006/main"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235077" y="78613"/>
            <a:ext cx="8673846" cy="4517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 b="1">
                <a:solidFill>
                  <a:schemeClr val="bg1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6" name="Text Placeholder 11">
            <a:extLst xmlns:a="http://schemas.openxmlformats.org/drawingml/2006/main"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/>
          <p:nvPr>
            <p:ph type="body" idx="13"/>
          </p:nvPr>
        </p:nvSpPr>
        <p:spPr>
          <a:xfrm xmlns:a="http://schemas.openxmlformats.org/drawingml/2006/main">
            <a:off x="234950" y="1227550"/>
            <a:ext cx="8674100" cy="486844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Lato"/>
                <a:ea typeface="Lato"/>
                <a:cs typeface="Lato"/>
              </a:defRPr>
            </a:lvl1pPr>
            <a:lvl2pPr>
              <a:buNone/>
              <a:defRPr>
                <a:latin typeface="Lato"/>
                <a:ea typeface="Lato"/>
                <a:cs typeface="Lato"/>
              </a:defRPr>
            </a:lvl2pPr>
            <a:lvl3pPr>
              <a:buNone/>
              <a:defRPr>
                <a:latin typeface="Lato"/>
                <a:ea typeface="Lato"/>
                <a:cs typeface="Lato"/>
              </a:defRPr>
            </a:lvl3pPr>
            <a:lvl4pPr>
              <a:buNone/>
              <a:defRPr>
                <a:latin typeface="Lato"/>
                <a:ea typeface="Lato"/>
                <a:cs typeface="Lato"/>
              </a:defRPr>
            </a:lvl4pPr>
            <a:lvl5pPr>
              <a:buNone/>
              <a:defRPr>
                <a:latin typeface="Lato"/>
                <a:ea typeface="Lato"/>
                <a:cs typeface="Lato"/>
              </a:defRPr>
            </a:lvl5pPr>
          </a:lstStyle>
          <a:p xmlns:a="http://schemas.openxmlformats.org/drawingml/2006/main"/>
        </p:txBody>
      </p:sp>
    </p:spTree>
  </p:cSld>
</p:sldLayout>
</file>

<file path=ppt/slideLayouts/slideLayout13.xml><?xml version="1.0" encoding="utf-8"?>
<p:sldLayout xmlns:p="http://schemas.openxmlformats.org/presentationml/2006/main">
  <p:cSld name="1_Section Header">
    <p:bg>
      <p:bgRef idx="1001">
        <a:schemeClr xmlns:a="http://schemas.openxmlformats.org/drawingml/2006/main" val="phClr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/>
          <p:nvPr>
            <p:ph type="dt" idx="10"/>
          </p:nvPr>
        </p:nvSpPr>
        <p:spPr>
          <a:xfrm xmlns:a="http://schemas.openxmlformats.org/drawingml/2006/main">
            <a:off x="628650" y="6565257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/>
          <p:nvPr>
            <p:ph type="ftr" idx="11"/>
          </p:nvPr>
        </p:nvSpPr>
        <p:spPr>
          <a:xfrm xmlns:a="http://schemas.openxmlformats.org/drawingml/2006/main">
            <a:off x="3028950" y="6565257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ctr"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/>
          <p:nvPr>
            <p:ph type="sldNum" idx="12"/>
          </p:nvPr>
        </p:nvSpPr>
        <p:spPr>
          <a:xfrm xmlns:a="http://schemas.openxmlformats.org/drawingml/2006/main">
            <a:off x="6867383" y="6572126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r">
              <a:buNone/>
              <a:defRPr sz="12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0" name="Title 6">
            <a:extLst xmlns:a="http://schemas.openxmlformats.org/drawingml/2006/main"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235077" y="78613"/>
            <a:ext cx="8673846" cy="4517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 b="1">
                <a:solidFill>
                  <a:schemeClr val="bg1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1" name="Content Placeholder 8">
            <a:extLst xmlns:a="http://schemas.openxmlformats.org/drawingml/2006/main"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/>
          <p:nvPr>
            <p:ph idx="13"/>
          </p:nvPr>
        </p:nvSpPr>
        <p:spPr>
          <a:xfrm xmlns:a="http://schemas.openxmlformats.org/drawingml/2006/main">
            <a:off x="235077" y="841247"/>
            <a:ext cx="8674100" cy="53033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Lato"/>
                <a:ea typeface="Lato"/>
                <a:cs typeface="Lato"/>
              </a:defRPr>
            </a:lvl1pPr>
            <a:lvl2pPr>
              <a:buNone/>
              <a:defRPr>
                <a:latin typeface="Lato"/>
                <a:ea typeface="Lato"/>
                <a:cs typeface="Lato"/>
              </a:defRPr>
            </a:lvl2pPr>
            <a:lvl3pPr>
              <a:buNone/>
              <a:defRPr>
                <a:latin typeface="Lato"/>
                <a:ea typeface="Lato"/>
                <a:cs typeface="Lato"/>
              </a:defRPr>
            </a:lvl3pPr>
            <a:lvl4pPr>
              <a:buNone/>
              <a:defRPr>
                <a:latin typeface="Lato"/>
                <a:ea typeface="Lato"/>
                <a:cs typeface="Lato"/>
              </a:defRPr>
            </a:lvl4pPr>
            <a:lvl5pPr>
              <a:buNone/>
              <a:defRPr>
                <a:latin typeface="Lato"/>
                <a:ea typeface="Lato"/>
                <a:cs typeface="Lato"/>
              </a:defRPr>
            </a:lvl5pPr>
          </a:lstStyle>
          <a:p xmlns:a="http://schemas.openxmlformats.org/drawingml/2006/main"/>
        </p:txBody>
      </p:sp>
    </p:spTree>
  </p:cSld>
</p:sldLayout>
</file>

<file path=ppt/slideLayouts/slideLayout14.xml><?xml version="1.0" encoding="utf-8"?>
<p:sldLayout xmlns:p="http://schemas.openxmlformats.org/presentationml/2006/main">
  <p:cSld name="2_Blank">
    <p:bg>
      <p:bgRef idx="1001">
        <a:schemeClr xmlns:a="http://schemas.openxmlformats.org/drawingml/2006/main" val="phClr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 6">
            <a:extLst xmlns:a="http://schemas.openxmlformats.org/drawingml/2006/main"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235077" y="78613"/>
            <a:ext cx="8673846" cy="4517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 b="1">
                <a:solidFill>
                  <a:schemeClr val="bg1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4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/>
          <p:nvPr>
            <p:ph idx="1"/>
          </p:nvPr>
        </p:nvSpPr>
        <p:spPr>
          <a:xfrm xmlns:a="http://schemas.openxmlformats.org/drawingml/2006/main">
            <a:off x="595884" y="1533017"/>
            <a:ext cx="38862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Lato"/>
                <a:ea typeface="Lato"/>
                <a:cs typeface="Lato"/>
              </a:defRPr>
            </a:lvl1pPr>
            <a:lvl2pPr>
              <a:buNone/>
              <a:defRPr>
                <a:latin typeface="Lato"/>
                <a:ea typeface="Lato"/>
                <a:cs typeface="Lato"/>
              </a:defRPr>
            </a:lvl2pPr>
            <a:lvl3pPr>
              <a:buNone/>
              <a:defRPr>
                <a:latin typeface="Lato"/>
                <a:ea typeface="Lato"/>
                <a:cs typeface="Lato"/>
              </a:defRPr>
            </a:lvl3pPr>
            <a:lvl4pPr>
              <a:buNone/>
              <a:defRPr>
                <a:latin typeface="Lato"/>
                <a:ea typeface="Lato"/>
                <a:cs typeface="Lato"/>
              </a:defRPr>
            </a:lvl4pPr>
            <a:lvl5pPr>
              <a:buNone/>
              <a:defRPr>
                <a:latin typeface="Lato"/>
                <a:ea typeface="Lato"/>
                <a:cs typeface="Lato"/>
              </a:defRPr>
            </a:lvl5pPr>
          </a:lstStyle>
          <a:p xmlns:a="http://schemas.openxmlformats.org/drawingml/2006/main"/>
        </p:txBody>
      </p:sp>
      <p:sp>
        <p:nvSpPr>
          <p:cNvPr id="15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/>
          <p:nvPr>
            <p:ph idx="2"/>
          </p:nvPr>
        </p:nvSpPr>
        <p:spPr>
          <a:xfrm xmlns:a="http://schemas.openxmlformats.org/drawingml/2006/main">
            <a:off x="4639056" y="1533017"/>
            <a:ext cx="38862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Lato"/>
                <a:ea typeface="Lato"/>
                <a:cs typeface="Lato"/>
              </a:defRPr>
            </a:lvl1pPr>
            <a:lvl2pPr>
              <a:buNone/>
              <a:defRPr>
                <a:latin typeface="Lato"/>
                <a:ea typeface="Lato"/>
                <a:cs typeface="Lato"/>
              </a:defRPr>
            </a:lvl2pPr>
            <a:lvl3pPr>
              <a:buNone/>
              <a:defRPr>
                <a:latin typeface="Lato"/>
                <a:ea typeface="Lato"/>
                <a:cs typeface="Lato"/>
              </a:defRPr>
            </a:lvl3pPr>
            <a:lvl4pPr>
              <a:buNone/>
              <a:defRPr>
                <a:latin typeface="Lato"/>
                <a:ea typeface="Lato"/>
                <a:cs typeface="Lato"/>
              </a:defRPr>
            </a:lvl4pPr>
            <a:lvl5pPr>
              <a:buNone/>
              <a:defRPr>
                <a:latin typeface="Lato"/>
                <a:ea typeface="Lato"/>
                <a:cs typeface="Lato"/>
              </a:defRPr>
            </a:lvl5pPr>
          </a:lstStyle>
          <a:p xmlns:a="http://schemas.openxmlformats.org/drawingml/2006/main"/>
        </p:txBody>
      </p:sp>
      <p:sp>
        <p:nvSpPr>
          <p:cNvPr id="16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/>
          <p:nvPr>
            <p:ph type="dt" idx="10"/>
          </p:nvPr>
        </p:nvSpPr>
        <p:spPr>
          <a:xfrm xmlns:a="http://schemas.openxmlformats.org/drawingml/2006/main">
            <a:off x="628650" y="6565257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200" b="1">
                <a:solidFill>
                  <a:schemeClr val="accent1">
                    <a:lumMod val="50000"/>
                  </a:schemeClr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/>
          <p:nvPr>
            <p:ph type="ftr" idx="11"/>
          </p:nvPr>
        </p:nvSpPr>
        <p:spPr>
          <a:xfrm xmlns:a="http://schemas.openxmlformats.org/drawingml/2006/main">
            <a:off x="3028950" y="6565257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ctr">
              <a:buNone/>
              <a:defRPr sz="1200" b="1">
                <a:solidFill>
                  <a:schemeClr val="accent1">
                    <a:lumMod val="50000"/>
                  </a:schemeClr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  <p:sp>
        <p:nvSpPr>
          <p:cNvPr id="18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/>
          <p:nvPr>
            <p:ph type="sldNum" idx="12"/>
          </p:nvPr>
        </p:nvSpPr>
        <p:spPr>
          <a:xfrm xmlns:a="http://schemas.openxmlformats.org/drawingml/2006/main">
            <a:off x="6867383" y="6572126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r">
              <a:buNone/>
              <a:defRPr sz="1200" b="1">
                <a:solidFill>
                  <a:schemeClr val="accent1">
                    <a:lumMod val="50000"/>
                  </a:schemeClr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3b49b30e525740a2" /><Relationship Type="http://schemas.openxmlformats.org/officeDocument/2006/relationships/slideLayout" Target="/ppt/slideLayouts/slideLayout2.xml" Id="R166f4a9741fb4a91" /><Relationship Type="http://schemas.openxmlformats.org/officeDocument/2006/relationships/slideLayout" Target="/ppt/slideLayouts/slideLayout3.xml" Id="R25fddd039fe1403c" /><Relationship Type="http://schemas.openxmlformats.org/officeDocument/2006/relationships/slideLayout" Target="/ppt/slideLayouts/slideLayout4.xml" Id="R7f8c06fcce764ca4" /><Relationship Type="http://schemas.openxmlformats.org/officeDocument/2006/relationships/slideLayout" Target="/ppt/slideLayouts/slideLayout5.xml" Id="R10e524209a794c08" /><Relationship Type="http://schemas.openxmlformats.org/officeDocument/2006/relationships/slideLayout" Target="/ppt/slideLayouts/slideLayout6.xml" Id="Raa50119a6f314b03" /><Relationship Type="http://schemas.openxmlformats.org/officeDocument/2006/relationships/slideLayout" Target="/ppt/slideLayouts/slideLayout7.xml" Id="Rec408bccd3cc4bb8" /><Relationship Type="http://schemas.openxmlformats.org/officeDocument/2006/relationships/slideLayout" Target="/ppt/slideLayouts/slideLayout8.xml" Id="Rfa6e00d108994e60" /><Relationship Type="http://schemas.openxmlformats.org/officeDocument/2006/relationships/slideLayout" Target="/ppt/slideLayouts/slideLayout9.xml" Id="R493167d2f8274cf2" /><Relationship Type="http://schemas.openxmlformats.org/officeDocument/2006/relationships/slideLayout" Target="/ppt/slideLayouts/slideLayout10.xml" Id="Rc388e3dacfdc453f" /><Relationship Type="http://schemas.openxmlformats.org/officeDocument/2006/relationships/slideLayout" Target="/ppt/slideLayouts/slideLayout11.xml" Id="Rd73357b82bc84b2e" /><Relationship Type="http://schemas.openxmlformats.org/officeDocument/2006/relationships/slideLayout" Target="/ppt/slideLayouts/slideLayout12.xml" Id="Re248f7fd782f4591" /><Relationship Type="http://schemas.openxmlformats.org/officeDocument/2006/relationships/slideLayout" Target="/ppt/slideLayouts/slideLayout13.xml" Id="Rb561b958a41f47c0" /><Relationship Type="http://schemas.openxmlformats.org/officeDocument/2006/relationships/slideLayout" Target="/ppt/slideLayouts/slideLayout14.xml" Id="R4c171e6a910e4d0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phClr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6f4a9741fb4a91"/>
    <p:sldLayoutId xmlns:r="http://schemas.openxmlformats.org/officeDocument/2006/relationships" id="2147483650" r:id="R25fddd039fe1403c"/>
    <p:sldLayoutId xmlns:r="http://schemas.openxmlformats.org/officeDocument/2006/relationships" id="2147483651" r:id="R7f8c06fcce764ca4"/>
    <p:sldLayoutId xmlns:r="http://schemas.openxmlformats.org/officeDocument/2006/relationships" id="2147483652" r:id="R10e524209a794c08"/>
    <p:sldLayoutId xmlns:r="http://schemas.openxmlformats.org/officeDocument/2006/relationships" id="2147483653" r:id="Raa50119a6f314b03"/>
    <p:sldLayoutId xmlns:r="http://schemas.openxmlformats.org/officeDocument/2006/relationships" id="2147483654" r:id="Rec408bccd3cc4bb8"/>
    <p:sldLayoutId xmlns:r="http://schemas.openxmlformats.org/officeDocument/2006/relationships" id="2147483655" r:id="Rfa6e00d108994e60"/>
    <p:sldLayoutId xmlns:r="http://schemas.openxmlformats.org/officeDocument/2006/relationships" id="2147483656" r:id="R493167d2f8274cf2"/>
    <p:sldLayoutId xmlns:r="http://schemas.openxmlformats.org/officeDocument/2006/relationships" id="2147483657" r:id="Rc388e3dacfdc453f"/>
    <p:sldLayoutId xmlns:r="http://schemas.openxmlformats.org/officeDocument/2006/relationships" id="2147483658" r:id="Rd73357b82bc84b2e"/>
    <p:sldLayoutId xmlns:r="http://schemas.openxmlformats.org/officeDocument/2006/relationships" id="2147483659" r:id="Re248f7fd782f4591"/>
    <p:sldLayoutId xmlns:r="http://schemas.openxmlformats.org/officeDocument/2006/relationships" id="2147483660" r:id="Rb561b958a41f47c0"/>
    <p:sldLayoutId xmlns:r="http://schemas.openxmlformats.org/officeDocument/2006/relationships" id="2147483661" r:id="R4c171e6a910e4d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fa7e4bef4c924d56" /><Relationship Type="http://schemas.openxmlformats.org/officeDocument/2006/relationships/image" Target="/ppt/media/image.png" Id="R976e1b344f7a418d" /><Relationship Type="http://schemas.openxmlformats.org/officeDocument/2006/relationships/notesSlide" Target="/ppt/notesSlides/notesSlide1.xml" Id="R6947572ec29e42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7b44c1554ffa4dd0" /><Relationship Type="http://schemas.openxmlformats.org/officeDocument/2006/relationships/notesSlide" Target="/ppt/notesSlides/notesSlide2.xml" Id="Rb741518f5fc8460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e69d0e93e87f4971" /><Relationship Type="http://schemas.openxmlformats.org/officeDocument/2006/relationships/notesSlide" Target="/ppt/notesSlides/notesSlide3.xml" Id="Rff86b09b354b4e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4.xml" Id="Rd317d5349fa74304" /><Relationship Type="http://schemas.openxmlformats.org/officeDocument/2006/relationships/notesSlide" Target="/ppt/notesSlides/notesSlide4.xml" Id="R41dd1eba13924ab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cdca22be1aca4d6f" /><Relationship Type="http://schemas.openxmlformats.org/officeDocument/2006/relationships/notesSlide" Target="/ppt/notesSlides/notesSlide5.xml" Id="R9ef8998da5e349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0.xml" Id="Ra0c74006ca054ad9" /><Relationship Type="http://schemas.openxmlformats.org/officeDocument/2006/relationships/notesSlide" Target="/ppt/notesSlides/notesSlide6.xml" Id="R2a5747dc5b514e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9bf10a70464615" /><Relationship Type="http://schemas.openxmlformats.org/officeDocument/2006/relationships/notesSlide" Target="/ppt/notesSlides/notesSlide7.xml" Id="Rff141e7795ac495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08e5b5fd8b8746c3" /><Relationship Type="http://schemas.openxmlformats.org/officeDocument/2006/relationships/notesSlide" Target="/ppt/notesSlides/notesSlide8.xml" Id="Rd7918820c1b14f5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3ebc9e35d8704e27" /><Relationship Type="http://schemas.openxmlformats.org/officeDocument/2006/relationships/notesSlide" Target="/ppt/notesSlides/notesSlide9.xml" Id="R13c832251c7445f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59ad30ad3e44fbf" /><Relationship Type="http://schemas.openxmlformats.org/officeDocument/2006/relationships/notesSlide" Target="/ppt/notesSlides/notesSlide10.xml" Id="R40a59efeaff84b0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6e1b344f7a418d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13012" y="398419"/>
            <a:ext cx="2037225" cy="611594"/>
          </a:xfrm>
          <a:prstGeom xmlns:a="http://schemas.openxmlformats.org/drawingml/2006/main" prst="rect">
            <a:avLst/>
          </a:prstGeom>
        </p:spPr>
      </p:pic>
      <p:sp>
        <p:nvSpPr>
          <p:cNvPr id="11" name="Title 6">
            <a:extLst xmlns:a="http://schemas.openxmlformats.org/drawingml/2006/main">
              <a:ext uri="{FF2B5EF4-FFF2-40B4-BE49-F238E27FC236}">
                <a16:creationId xmlns:a16="http://schemas.microsoft.com/office/drawing/2014/main" id="{FF8BDF70-CFA6-4031-86B7-31F910D8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012" y="1059975"/>
            <a:ext cx="7342482" cy="8487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buNone/>
              <a:defRPr sz="54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>
            <a:pPr algn="l"/>
            <a:r>
              <a:rPr sz="1650" b="1">
                <a:solidFill>
                  <a:srgbClr val="A30D12"/>
                </a:solidFill>
                <a:latin typeface="Lato"/>
                <a:ea typeface="Lato"/>
                <a:cs typeface="Lato"/>
              </a:rPr>
              <a:t>A machine learning model to determine the accuracy of variant calls in capture based next generation sequencing</a:t>
            </a:r>
          </a:p>
        </p:txBody>
      </p:sp>
      <p:sp>
        <p:nvSpPr>
          <p:cNvPr id="13" name="explicit white background">
            <a:extLst xmlns:a="http://schemas.openxmlformats.org/drawingml/2006/main">
              <a:ext uri="{FF2B5EF4-FFF2-40B4-BE49-F238E27FC236}">
                <a16:creationId xmlns:a16="http://schemas.microsoft.com/office/drawing/2014/main" id="{CD7AC66D-3F01-4959-8880-E229124C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3962C0-B567-4578-8C07-33B10906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0"/>
            <a:ext cx="1047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8"/>
          </a:solidFill>
          <a:ln xmlns:a="http://schemas.openxmlformats.org/drawingml/2006/main" w="0">
            <a:solidFill>
              <a:srgbClr val="F7E7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D10570-CCDC-42AD-83AB-3D66F8D2E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0"/>
            <a:ext cx="495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644E58-2767-439F-82D9-3DDAEC7F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0D12"/>
          </a:solidFill>
          <a:ln xmlns:a="http://schemas.openxmlformats.org/drawingml/2006/main" w="0">
            <a:solidFill>
              <a:srgbClr val="A30D1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77B7A7-B363-4CDE-9E37-131C9CC9C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0"/>
            <a:ext cx="7429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Logistic Regression cho đánh giá độ tin cậy variant call</a:t>
            </a:r>
          </a:p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BMC Genomics 2018 | Dữ liệu: Supplementary Table S2 | Mục tiêu: mô hình bảo thủ, FP = 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B4D7C6-149C-492F-B0D3-D6795C92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19450"/>
            <a:ext cx="1695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8"/>
          </a:solidFill>
          <a:ln xmlns:a="http://schemas.openxmlformats.org/drawingml/2006/main" w="9525">
            <a:solidFill>
              <a:srgbClr val="B8CC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97B027-3CD6-4671-B319-AB2DE5B33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95650"/>
            <a:ext cx="1543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18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7,179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2EE65C-8AA0-42E1-A414-C7CD75DA7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67125"/>
            <a:ext cx="1543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variants trong bài báo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15102D-029C-4758-9244-E1B49E5F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19450"/>
            <a:ext cx="1695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B8CCD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61C382-8049-4EA9-AF8D-AF6A3C1B3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295650"/>
            <a:ext cx="1543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8A5A00"/>
                </a:solidFill>
                <a:latin typeface="Lato"/>
                <a:ea typeface="Lato"/>
                <a:cs typeface="Lato"/>
              </a:defRPr>
            </a:pPr>
            <a:r>
              <a:rPr sz="1875" b="1">
                <a:solidFill>
                  <a:srgbClr val="8A5A00"/>
                </a:solidFill>
                <a:latin typeface="Lato"/>
                <a:ea typeface="Lato"/>
                <a:cs typeface="Lato"/>
              </a:rPr>
              <a:t>14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35BE44-DAF4-4678-9CCE-79CFD95F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667125"/>
            <a:ext cx="1543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features sử dụng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B4E713-26B8-4B61-BD08-3F818B09A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19450"/>
            <a:ext cx="20383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7"/>
          </a:solidFill>
          <a:ln xmlns:a="http://schemas.openxmlformats.org/drawingml/2006/main" w="9525">
            <a:solidFill>
              <a:srgbClr val="B8CCD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59FC42-1B02-486F-A8DA-D4C51D03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95650"/>
            <a:ext cx="1885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4547A"/>
                </a:solidFill>
                <a:latin typeface="Lato"/>
                <a:ea typeface="Lato"/>
                <a:cs typeface="Lato"/>
              </a:defRPr>
            </a:pPr>
            <a:r>
              <a:rPr sz="1875" b="1">
                <a:solidFill>
                  <a:srgbClr val="24547A"/>
                </a:solidFill>
                <a:latin typeface="Lato"/>
                <a:ea typeface="Lato"/>
                <a:cs typeface="Lato"/>
              </a:rPr>
              <a:t>0.999831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3912F9-8254-4401-946C-768E86F6D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667125"/>
            <a:ext cx="1885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AUC chạy thử test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194A8E-CC8C-4A90-93F1-E095A59C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219450"/>
            <a:ext cx="1314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B"/>
          </a:solidFill>
          <a:ln xmlns:a="http://schemas.openxmlformats.org/drawingml/2006/main" w="9525">
            <a:solidFill>
              <a:srgbClr val="B8CCD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F243FB-BDF4-4834-AF14-5A69FB0C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1162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D7A45"/>
                </a:solidFill>
                <a:latin typeface="Lato"/>
                <a:ea typeface="Lato"/>
                <a:cs typeface="Lato"/>
              </a:defRPr>
            </a:pPr>
            <a:r>
              <a:rPr sz="1875" b="1">
                <a:solidFill>
                  <a:srgbClr val="2D7A45"/>
                </a:solidFill>
                <a:latin typeface="Lato"/>
                <a:ea typeface="Lato"/>
                <a:cs typeface="Lato"/>
              </a:rPr>
              <a:t>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B34002-64C4-45DC-BE1B-C3D937B1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67125"/>
            <a:ext cx="1162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False Positive test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E1852D-9C94-47E1-8CB7-2BF8B6DA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6286500"/>
            <a:ext cx="809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pPr>
            <a:r>
              <a:rPr sz="788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Nguồn: van den Akker et al., BMC Genomics 2018; PMID 29665779; Supplementary Table S2</a:t>
            </a:r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B6CB3A-046A-4C56-A02D-DBF672421C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54052" y="112543"/>
            <a:ext cx="8635896" cy="43609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Lato"/>
                <a:ea typeface="Lato"/>
                <a:cs typeface="Lato"/>
              </a:rPr>
              <a:t>Bài toán và yêu cầu mô hình</a:t>
            </a:r>
          </a:p>
        </p:txBody>
      </p:sp>
      <p:sp>
        <p:nvSpPr>
          <p:cNvPr id="5" name="explicit white background">
            <a:extLst xmlns:a="http://schemas.openxmlformats.org/drawingml/2006/main">
              <a:ext uri="{FF2B5EF4-FFF2-40B4-BE49-F238E27FC236}">
                <a16:creationId xmlns:a16="http://schemas.microsoft.com/office/drawing/2014/main" id="{AF7E93B2-7953-4FBA-869B-0686EF50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HUST red title bar">
            <a:extLst xmlns:a="http://schemas.openxmlformats.org/drawingml/2006/main">
              <a:ext uri="{FF2B5EF4-FFF2-40B4-BE49-F238E27FC236}">
                <a16:creationId xmlns:a16="http://schemas.microsoft.com/office/drawing/2014/main" id="{FD12F4BF-1769-482C-9D51-3F207246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0D12"/>
          </a:solidFill>
          <a:ln xmlns:a="http://schemas.openxmlformats.org/drawingml/2006/main" w="0">
            <a:solidFill>
              <a:srgbClr val="A30D12"/>
            </a:solidFill>
            <a:prstDash val="solid"/>
          </a:ln>
        </p:spPr>
      </p:sp>
      <p:sp>
        <p:nvSpPr>
          <p:cNvPr id="7" name="HUST gold divider">
            <a:extLst xmlns:a="http://schemas.openxmlformats.org/drawingml/2006/main">
              <a:ext uri="{FF2B5EF4-FFF2-40B4-BE49-F238E27FC236}">
                <a16:creationId xmlns:a16="http://schemas.microsoft.com/office/drawing/2014/main" id="{81D7766E-B2FD-4F03-A220-FF207D8F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914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4F4885-D846-470D-AF89-FD0BAF3A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9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HUST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C736C4-48AF-4E7C-820A-432BC207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72250"/>
            <a:ext cx="7810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1A5"/>
          </a:solidFill>
          <a:ln xmlns:a="http://schemas.openxmlformats.org/drawingml/2006/main" w="0">
            <a:solidFill>
              <a:srgbClr val="D6A1A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5D9997-4F58-4685-A0DE-CEF33B3F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38100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173B0C-E68C-442F-A60E-5865CDEA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47800"/>
            <a:ext cx="3581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Vấn đề trong clinical NGS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6A0011-4C13-447B-980F-5F9C763D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5814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NGS capture-based tạo nhiều variant call, nhưng chất lượng không đồng nhất.</a:t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Một nhóm nhỏ variant khó gọi có thể là artifact do depth, mapping, strand bias hoặc vùng lặp.</a:t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Báo cáo nhầm variant giả có rủi ro cao trong bối cảnh lâm sàng.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DB521F-28ED-42DE-8008-3B9CF08F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352550"/>
            <a:ext cx="36957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BDFFF4-DD74-4C66-9914-B32B3998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447800"/>
            <a:ext cx="3467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Mục tiêu của bài báo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9B3BD5-FDDD-4162-A23E-8C39597FF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752600"/>
            <a:ext cx="34671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Học từ các variant đã được xác nhận bằng Sanger.</a:t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Gán High confidence cho variant có thể tin cậy bằng NGS.</a:t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Giữ Low confidence cho ca cần kiểm tra bổ sung.</a:t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Ưu tiên zero false-positive hơn tối đa recall.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728E67-EB73-47C6-A745-4A702EAB0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1010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8"/>
          </a:solidFill>
          <a:ln xmlns:a="http://schemas.openxmlformats.org/drawingml/2006/main" w="9525">
            <a:solidFill>
              <a:srgbClr val="E6B7B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945130-7168-4D9A-82EE-13C41FBCC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72025"/>
            <a:ext cx="6819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D071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7D0710"/>
                </a:solidFill>
                <a:latin typeface="Calibri"/>
                <a:ea typeface="Calibri"/>
                <a:cs typeface="Calibri"/>
              </a:rPr>
              <a:t>Nguyên tắc báo cáo: High confidence chỉ khi xác suất &gt;= ngưỡng bảo thủ và FP trên Dev bằng 0.</a:t>
            </a:r>
          </a:p>
        </p:txBody>
      </p:sp>
    </p:spTree>
    <p:extLst>
      <p:ext uri="{BB962C8B-B14F-4D97-AF65-F5344CB8AC3E}">
        <p14:creationId xmlns:p14="http://schemas.microsoft.com/office/powerpoint/2010/main" val="6408465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F39C6F49-1887-4BE4-A583-FB79B8A229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Lato"/>
                <a:ea typeface="Lato"/>
                <a:cs typeface="Lato"/>
              </a:rPr>
              <a:t>Dữ liệu và 14 feature sử dụng</a:t>
            </a:r>
          </a:p>
        </p:txBody>
      </p:sp>
      <p:sp>
        <p:nvSpPr>
          <p:cNvPr id="5" name="explicit white background">
            <a:extLst xmlns:a="http://schemas.openxmlformats.org/drawingml/2006/main">
              <a:ext uri="{FF2B5EF4-FFF2-40B4-BE49-F238E27FC236}">
                <a16:creationId xmlns:a16="http://schemas.microsoft.com/office/drawing/2014/main" id="{2473E2B3-52D1-4AC3-9F63-1E1AAC9FA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HUST red title bar">
            <a:extLst xmlns:a="http://schemas.openxmlformats.org/drawingml/2006/main">
              <a:ext uri="{FF2B5EF4-FFF2-40B4-BE49-F238E27FC236}">
                <a16:creationId xmlns:a16="http://schemas.microsoft.com/office/drawing/2014/main" id="{6E5B1478-0C3F-4C41-AC81-92B4AEC14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0D12"/>
          </a:solidFill>
          <a:ln xmlns:a="http://schemas.openxmlformats.org/drawingml/2006/main" w="0">
            <a:solidFill>
              <a:srgbClr val="A30D12"/>
            </a:solidFill>
            <a:prstDash val="solid"/>
          </a:ln>
        </p:spPr>
      </p:sp>
      <p:sp>
        <p:nvSpPr>
          <p:cNvPr id="7" name="HUST gold divider">
            <a:extLst xmlns:a="http://schemas.openxmlformats.org/drawingml/2006/main">
              <a:ext uri="{FF2B5EF4-FFF2-40B4-BE49-F238E27FC236}">
                <a16:creationId xmlns:a16="http://schemas.microsoft.com/office/drawing/2014/main" id="{62800BD8-B716-444C-893A-22E62BCE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914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4BEBB7-0FB9-423A-988C-6B2183D4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9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HUST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0DB6C-0BA4-4EDA-8EA2-BCD6617DA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72250"/>
            <a:ext cx="7810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1A5"/>
          </a:solidFill>
          <a:ln xmlns:a="http://schemas.openxmlformats.org/drawingml/2006/main" w="0">
            <a:solidFill>
              <a:srgbClr val="D6A1A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0AF25B-520D-4815-991F-504A2C12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76300"/>
            <a:ext cx="219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7"/>
          </a:solidFill>
          <a:ln xmlns:a="http://schemas.openxmlformats.org/drawingml/2006/main" w="9525">
            <a:solidFill>
              <a:srgbClr val="B8CC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071442-6AE6-4ABA-AFF8-46111426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952500"/>
            <a:ext cx="2038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4547A"/>
                </a:solidFill>
                <a:latin typeface="Lato"/>
                <a:ea typeface="Lato"/>
                <a:cs typeface="Lato"/>
              </a:defRPr>
            </a:pPr>
            <a:r>
              <a:rPr sz="1725" b="1">
                <a:solidFill>
                  <a:srgbClr val="24547A"/>
                </a:solidFill>
                <a:latin typeface="Lato"/>
                <a:ea typeface="Lato"/>
                <a:cs typeface="Lato"/>
              </a:rPr>
              <a:t>70 / 15 / 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A91865-EA12-46CF-874F-4599DFC1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23975"/>
            <a:ext cx="2038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Train / Dev /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D5DDD4-6000-4067-8332-C9506E74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876300"/>
            <a:ext cx="1809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B"/>
          </a:solidFill>
          <a:ln xmlns:a="http://schemas.openxmlformats.org/drawingml/2006/main" w="9525">
            <a:solidFill>
              <a:srgbClr val="B8CC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0C84BA-6E07-4D26-997E-E7A75B9E4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952500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D7A45"/>
                </a:solidFill>
                <a:latin typeface="Lato"/>
                <a:ea typeface="Lato"/>
                <a:cs typeface="Lato"/>
              </a:defRPr>
            </a:pPr>
            <a:r>
              <a:rPr sz="1725" b="1">
                <a:solidFill>
                  <a:srgbClr val="2D7A45"/>
                </a:solidFill>
                <a:latin typeface="Lato"/>
                <a:ea typeface="Lato"/>
                <a:cs typeface="Lato"/>
              </a:rPr>
              <a:t>Present = 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FCA00C-410A-4F7D-83BB-B9166063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323975"/>
            <a:ext cx="1657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Target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83E8F2-A013-429F-80E4-274AEF57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8763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8"/>
          </a:solidFill>
          <a:ln xmlns:a="http://schemas.openxmlformats.org/drawingml/2006/main" w="9525">
            <a:solidFill>
              <a:srgbClr val="B8CC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A0156D-1EDD-425E-B692-A51A741F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952500"/>
            <a:ext cx="1943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172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Not present = 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DE5803-F47E-42AC-8848-092DBF9D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323975"/>
            <a:ext cx="1943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Negative class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7F6F3C-BEF1-4A33-B4D9-DF9407415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87630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B8CC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18848B-8D89-4FDE-813F-5801F2B7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952500"/>
            <a:ext cx="1276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A5A00"/>
                </a:solidFill>
                <a:latin typeface="Lato"/>
                <a:ea typeface="Lato"/>
                <a:cs typeface="Lato"/>
              </a:defRPr>
            </a:pPr>
            <a:r>
              <a:rPr sz="1650" b="1">
                <a:solidFill>
                  <a:srgbClr val="8A5A00"/>
                </a:solidFill>
                <a:latin typeface="Lato"/>
                <a:ea typeface="Lato"/>
                <a:cs typeface="Lato"/>
              </a:rPr>
              <a:t>Table S2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0774C4-BE3B-4F26-B741-DB8185A15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323975"/>
            <a:ext cx="1276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Source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7AE214-8094-4AAA-8ED5-737305C3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62150"/>
            <a:ext cx="1809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50D6EA-BD98-411E-AC6A-48B78D5E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57400"/>
            <a:ext cx="1581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Read support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D8B1E2-5F98-42FE-95AC-798CF9E5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1581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DP, AD, AF</a:t>
            </a:r>
          </a:p>
          <a:p xmlns:a="http://schemas.openxmlformats.org/drawingml/2006/main">
            <a:pPr algn="l">
              <a:defRPr sz="142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AF = AD / DP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E8CD3B-D166-4992-8BE1-A29AC04B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962150"/>
            <a:ext cx="238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49D3A2-63ED-4F79-9FFC-69D1A67E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5740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Call quality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7DB8FD-015F-467F-8B71-284EFF6D0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362200"/>
            <a:ext cx="2152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QUAL, QD, MQ, GQ, FS</a:t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QD = QUAL / DP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541E1B-9D68-44E0-88B4-F47BE1C5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962150"/>
            <a:ext cx="238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566B36-E4A5-4C94-AEBB-494FB804C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05740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Sequence context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144374-A37A-4B40-96BA-3CDB3F2B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362200"/>
            <a:ext cx="2152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gc_5, gc_20, gc_50</a:t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HPL-D, HPL-L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A8389C-0A25-45ED-8816-38BDAB75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638550"/>
            <a:ext cx="2381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D13644-7CD9-4C08-86E8-777E23DAC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733800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Other signal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1ABCAD-5A02-4297-B406-B8F9B4BB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38600"/>
            <a:ext cx="21526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WHR</a:t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weighted homopolymer rate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16CA7A-FBD4-41D4-B1BC-197E7556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38550"/>
            <a:ext cx="30289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A14F48-5C81-4C36-B444-20D27927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733800"/>
            <a:ext cx="2800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Preprocessing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D11D76B-9F0C-4748-9598-88373019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38600"/>
            <a:ext cx="2800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Loại dòng metadata/rỗng -&gt; encode y -&gt; numeric coercion -&gt; StandardScaler trên X.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1BE1DA-2373-463A-A8A2-1365E20A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6286500"/>
            <a:ext cx="809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pPr>
            <a:r>
              <a:rPr sz="788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Nguồn: van den Akker et al., BMC Genomics 2018; PMID 29665779; Supplementary Table S2</a:t>
            </a:r>
          </a:p>
        </p:txBody>
      </p:sp>
    </p:spTree>
    <p:extLst>
      <p:ext uri="{BB962C8B-B14F-4D97-AF65-F5344CB8AC3E}">
        <p14:creationId xmlns:p14="http://schemas.microsoft.com/office/powerpoint/2010/main" val="27513584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B7E207-A869-B342-B6D9-77005A268D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Lato"/>
                <a:ea typeface="Lato"/>
                <a:cs typeface="Lato"/>
              </a:rPr>
              <a:t>Pipeline tái lập từ dữ liệu của bài báo</a:t>
            </a:r>
          </a:p>
        </p:txBody>
      </p:sp>
      <p:sp>
        <p:nvSpPr>
          <p:cNvPr id="5" name="explicit white background">
            <a:extLst xmlns:a="http://schemas.openxmlformats.org/drawingml/2006/main">
              <a:ext uri="{FF2B5EF4-FFF2-40B4-BE49-F238E27FC236}">
                <a16:creationId xmlns:a16="http://schemas.microsoft.com/office/drawing/2014/main" id="{AB35C582-E3E6-46AF-8822-F966054F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HUST red title bar">
            <a:extLst xmlns:a="http://schemas.openxmlformats.org/drawingml/2006/main">
              <a:ext uri="{FF2B5EF4-FFF2-40B4-BE49-F238E27FC236}">
                <a16:creationId xmlns:a16="http://schemas.microsoft.com/office/drawing/2014/main" id="{DE7A8200-113E-425B-86A5-41D351F9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0D12"/>
          </a:solidFill>
          <a:ln xmlns:a="http://schemas.openxmlformats.org/drawingml/2006/main" w="0">
            <a:solidFill>
              <a:srgbClr val="A30D12"/>
            </a:solidFill>
            <a:prstDash val="solid"/>
          </a:ln>
        </p:spPr>
      </p:sp>
      <p:sp>
        <p:nvSpPr>
          <p:cNvPr id="7" name="HUST gold divider">
            <a:extLst xmlns:a="http://schemas.openxmlformats.org/drawingml/2006/main">
              <a:ext uri="{FF2B5EF4-FFF2-40B4-BE49-F238E27FC236}">
                <a16:creationId xmlns:a16="http://schemas.microsoft.com/office/drawing/2014/main" id="{DEEEE5A6-7803-4325-8149-FAB0F08D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914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98C1A2-D59B-47F0-8A74-3AA1DFD7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9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HUST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FB6634-C326-4676-8B86-5C709801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72250"/>
            <a:ext cx="7810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1A5"/>
          </a:solidFill>
          <a:ln xmlns:a="http://schemas.openxmlformats.org/drawingml/2006/main" w="0">
            <a:solidFill>
              <a:srgbClr val="D6A1A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68CD4C-6698-43AC-BE75-9F992C87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38250"/>
            <a:ext cx="2333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7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530EFC-99C6-45E2-91BC-C3F07D32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0D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28575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BFAE81-CEA9-4AB6-9A29-8CC0F1FC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33500"/>
            <a:ext cx="17430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D0710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7D0710"/>
                </a:solidFill>
                <a:latin typeface="Lato"/>
                <a:ea typeface="Lato"/>
                <a:cs typeface="Lato"/>
              </a:rPr>
              <a:t>Input Excel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C4B411-129C-4D12-98DE-EBD09CBFA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7430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96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12864_2018_4659_MOESM2_ESM.xlsx</a:t>
            </a:r>
          </a:p>
          <a:p xmlns:a="http://schemas.openxmlformats.org/drawingml/2006/main">
            <a:pPr algn="l">
              <a:defRPr sz="96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96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variant-level Table S2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D825F7-7179-44ED-8A61-5EDE65B2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476375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89A2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D89A2B"/>
                </a:solidFill>
                <a:latin typeface="Calibri"/>
                <a:ea typeface="Calibri"/>
                <a:cs typeface="Calibri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3F4A86-23C9-4AFF-B652-C1B4A8DC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238250"/>
            <a:ext cx="2333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B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23A4FF-D619-4BB7-BC93-4908CD54E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3716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0D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28575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DB9304-0B61-4D38-A01F-2820DCED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333500"/>
            <a:ext cx="17430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D0710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7D0710"/>
                </a:solidFill>
                <a:latin typeface="Lato"/>
                <a:ea typeface="Lato"/>
                <a:cs typeface="Lato"/>
              </a:rPr>
              <a:t>Clean + encode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7449E3-3614-4405-9A77-784C8B31D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600200"/>
            <a:ext cx="17430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96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Bỏ metadata/rỗng, Present=1,</a:t>
            </a:r>
          </a:p>
          <a:p xmlns:a="http://schemas.openxmlformats.org/drawingml/2006/main">
            <a:pPr algn="l">
              <a:defRPr sz="96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96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Not present=0, ép numeric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2D4409-CDC2-417B-B94C-3965E995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476375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89A2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D89A2B"/>
                </a:solidFill>
                <a:latin typeface="Calibri"/>
                <a:ea typeface="Calibri"/>
                <a:cs typeface="Calibri"/>
              </a:rPr>
              <a:t>-&gt;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A73EED-5AB2-45A7-B90B-9BD3397C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38250"/>
            <a:ext cx="2333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985BB6-9405-4C70-A98F-66E304981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716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0D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28575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A8855F-D5B6-4ECD-9FC7-21B7DF31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333500"/>
            <a:ext cx="17430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D0710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7D0710"/>
                </a:solidFill>
                <a:latin typeface="Lato"/>
                <a:ea typeface="Lato"/>
                <a:cs typeface="Lato"/>
              </a:rPr>
              <a:t>Feature set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2C1F65-6D2D-4A8A-90B7-73679B9E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600200"/>
            <a:ext cx="17430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96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14 biến: DP, AD, AF, GC,</a:t>
            </a:r>
          </a:p>
          <a:p xmlns:a="http://schemas.openxmlformats.org/drawingml/2006/main">
            <a:pPr algn="l">
              <a:defRPr sz="96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96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MQ, GQ, WHR, HPL, QUAL, QD, FS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917667-39DD-48C6-9C01-D59D11A8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48000"/>
            <a:ext cx="2333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24F243-7B8F-4E90-9EC4-E504CA1C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0D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28575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A1D058-F6BE-40AD-8F8B-2397C1DDF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17430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D0710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7D0710"/>
                </a:solidFill>
                <a:latin typeface="Lato"/>
                <a:ea typeface="Lato"/>
                <a:cs typeface="Lato"/>
              </a:rPr>
              <a:t>Split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FAF5FC-3119-47E3-BADD-054FF9B49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09950"/>
            <a:ext cx="17430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96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Train 70%, Dev 15%, Test 15%</a:t>
            </a:r>
          </a:p>
          <a:p xmlns:a="http://schemas.openxmlformats.org/drawingml/2006/main">
            <a:pPr algn="l">
              <a:defRPr sz="96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96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stratified theo target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55219B-1957-45A0-80C6-C220A3D2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86125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89A2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D89A2B"/>
                </a:solidFill>
                <a:latin typeface="Calibri"/>
                <a:ea typeface="Calibri"/>
                <a:cs typeface="Calibri"/>
              </a:rPr>
              <a:t>-&gt;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48A370-DB84-47BD-BD9A-A953B7F3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48000"/>
            <a:ext cx="2333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AFBF69-4670-4345-86D2-DEF878F5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181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0D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28575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D717D4-1790-45E5-9BA6-6093623FC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143250"/>
            <a:ext cx="17430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D0710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7D0710"/>
                </a:solidFill>
                <a:latin typeface="Lato"/>
                <a:ea typeface="Lato"/>
                <a:cs typeface="Lato"/>
              </a:rPr>
              <a:t>Model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24CC569-FC5B-44DE-9560-67E9FDD3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409950"/>
            <a:ext cx="17430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96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Pipeline(StandardScaler,</a:t>
            </a:r>
          </a:p>
          <a:p xmlns:a="http://schemas.openxmlformats.org/drawingml/2006/main">
            <a:pPr algn="l">
              <a:defRPr sz="96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96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LogisticRegression)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00926D-9E71-4CED-AA5A-91351995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286125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89A2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D89A2B"/>
                </a:solidFill>
                <a:latin typeface="Calibri"/>
                <a:ea typeface="Calibri"/>
                <a:cs typeface="Calibri"/>
              </a:rPr>
              <a:t>-&gt;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BADFC-4CC1-467F-88D4-111AEBB4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48000"/>
            <a:ext cx="2333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8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7F9E414-91BF-4238-9B38-4C738695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0D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28575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B85E9E-BB8F-4C3E-8DD4-A04259F9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43250"/>
            <a:ext cx="17430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D0710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7D0710"/>
                </a:solidFill>
                <a:latin typeface="Lato"/>
                <a:ea typeface="Lato"/>
                <a:cs typeface="Lato"/>
              </a:rPr>
              <a:t>Threshold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F9AB77-9112-4DA1-BF15-7C57E201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09950"/>
            <a:ext cx="17430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96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Tìm ngưỡng thấp nhất trên Dev</a:t>
            </a:r>
          </a:p>
          <a:p xmlns:a="http://schemas.openxmlformats.org/drawingml/2006/main">
            <a:pPr algn="l">
              <a:defRPr sz="96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96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sao cho FP = 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5E9556C-0039-45C3-B0E7-101F3D4C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219700"/>
            <a:ext cx="6324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0883674-BF08-43D3-8228-13813793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53050"/>
            <a:ext cx="590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D071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7D0710"/>
                </a:solidFill>
                <a:latin typeface="Calibri"/>
                <a:ea typeface="Calibri"/>
                <a:cs typeface="Calibri"/>
              </a:rPr>
              <a:t>Test set chỉ dùng sau khi đã chốt model và threshold để tránh rò rỉ đánh giá.</a:t>
            </a:r>
          </a:p>
        </p:txBody>
      </p:sp>
    </p:spTree>
    <p:extLst>
      <p:ext uri="{BB962C8B-B14F-4D97-AF65-F5344CB8AC3E}">
        <p14:creationId xmlns:p14="http://schemas.microsoft.com/office/powerpoint/2010/main" val="365149880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CE73DABA-0E07-DDEE-86EE-B4224D9C98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Lato"/>
                <a:ea typeface="Lato"/>
                <a:cs typeface="Lato"/>
              </a:rPr>
              <a:t>Chọn ngưỡng bảo thủ trên Development set</a:t>
            </a:r>
          </a:p>
        </p:txBody>
      </p:sp>
      <p:sp>
        <p:nvSpPr>
          <p:cNvPr id="5" name="explicit white background">
            <a:extLst xmlns:a="http://schemas.openxmlformats.org/drawingml/2006/main">
              <a:ext uri="{FF2B5EF4-FFF2-40B4-BE49-F238E27FC236}">
                <a16:creationId xmlns:a16="http://schemas.microsoft.com/office/drawing/2014/main" id="{D86F3C44-7133-42B8-AEE0-2C19D1B0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HUST red title bar">
            <a:extLst xmlns:a="http://schemas.openxmlformats.org/drawingml/2006/main">
              <a:ext uri="{FF2B5EF4-FFF2-40B4-BE49-F238E27FC236}">
                <a16:creationId xmlns:a16="http://schemas.microsoft.com/office/drawing/2014/main" id="{C3830F9D-5B63-4A77-9416-830326E8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0D12"/>
          </a:solidFill>
          <a:ln xmlns:a="http://schemas.openxmlformats.org/drawingml/2006/main" w="0">
            <a:solidFill>
              <a:srgbClr val="A30D12"/>
            </a:solidFill>
            <a:prstDash val="solid"/>
          </a:ln>
        </p:spPr>
      </p:sp>
      <p:sp>
        <p:nvSpPr>
          <p:cNvPr id="7" name="HUST gold divider">
            <a:extLst xmlns:a="http://schemas.openxmlformats.org/drawingml/2006/main">
              <a:ext uri="{FF2B5EF4-FFF2-40B4-BE49-F238E27FC236}">
                <a16:creationId xmlns:a16="http://schemas.microsoft.com/office/drawing/2014/main" id="{2F419D04-8138-40CC-9E5F-290C2D821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914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D16E20-67F5-48EC-9E58-DD14A2D6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9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HUST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EFA19C-09BB-40C3-9D98-AF11813B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72250"/>
            <a:ext cx="7810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1A5"/>
          </a:solidFill>
          <a:ln xmlns:a="http://schemas.openxmlformats.org/drawingml/2006/main" w="0">
            <a:solidFill>
              <a:srgbClr val="D6A1A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D64423-5050-426C-A1AB-167EE014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4762500" cy="2495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B62F45-374A-4DE4-92ED-36FF7E86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4533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Hàm tìm threshold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1439F1-1117-42E7-A7CC-F57F76C8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45339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Duyệt các xác suất dự đoán trên Dev.</a:t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Chọn threshold thấp nhất sao cho:</a:t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FP = count(y_dev=0 và p &gt;= threshold) = 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Cách triển khai ổn định:</a:t>
            </a:r>
          </a:p>
          <a:p xmlns:a="http://schemas.openxmlformats.org/drawingml/2006/main">
            <a:pPr algn="l">
              <a:defRPr sz="135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threshold = next probability lớn hơn max(p của negative trên Dev).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32E2F1-47DB-42D9-9152-6DE903A8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314450"/>
            <a:ext cx="2476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8"/>
          </a:solidFill>
          <a:ln xmlns:a="http://schemas.openxmlformats.org/drawingml/2006/main" w="9525">
            <a:solidFill>
              <a:srgbClr val="B8CC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7A7797-0AB3-4872-ACA9-684C1E9A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390650"/>
            <a:ext cx="2324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1800" b="1">
                <a:solidFill>
                  <a:srgbClr val="A30D12"/>
                </a:solidFill>
                <a:latin typeface="Lato"/>
                <a:ea typeface="Lato"/>
                <a:cs typeface="Lato"/>
              </a:rPr>
              <a:t>0.4730547338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B3A69E-12EC-4E6E-9FE3-297F9E827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762125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conservative_threshold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F20715-D155-4ECE-84C9-8446FDAB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476500"/>
            <a:ext cx="114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B"/>
          </a:solidFill>
          <a:ln xmlns:a="http://schemas.openxmlformats.org/drawingml/2006/main" w="9525">
            <a:solidFill>
              <a:srgbClr val="B8CC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CD58AE-1600-41F6-92A9-47E11251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55270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D7A45"/>
                </a:solidFill>
                <a:latin typeface="Lato"/>
                <a:ea typeface="Lato"/>
                <a:cs typeface="Lato"/>
              </a:defRPr>
            </a:pPr>
            <a:r>
              <a:rPr sz="1875" b="1">
                <a:solidFill>
                  <a:srgbClr val="2D7A45"/>
                </a:solidFill>
                <a:latin typeface="Lato"/>
                <a:ea typeface="Lato"/>
                <a:cs typeface="Lato"/>
              </a:rPr>
              <a:t>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F34233-F923-48D1-B327-25FE230E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924175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Dev False Positive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798AE8-D69D-4F94-AD2C-FB17AB05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76500"/>
            <a:ext cx="114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7"/>
          </a:solidFill>
          <a:ln xmlns:a="http://schemas.openxmlformats.org/drawingml/2006/main" w="9525">
            <a:solidFill>
              <a:srgbClr val="B8CC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C221C1-80D6-48E5-B8E2-FC492A133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5270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4547A"/>
                </a:solidFill>
                <a:latin typeface="Lato"/>
                <a:ea typeface="Lato"/>
                <a:cs typeface="Lato"/>
              </a:defRPr>
            </a:pPr>
            <a:r>
              <a:rPr sz="1875" b="1">
                <a:solidFill>
                  <a:srgbClr val="24547A"/>
                </a:solidFill>
                <a:latin typeface="Lato"/>
                <a:ea typeface="Lato"/>
                <a:cs typeface="Lato"/>
              </a:rPr>
              <a:t>995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7332A4-43B6-435C-8C90-14FE5E20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924175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Dev High confidence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76DCA9-31C4-448F-8045-7945F5A1E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6858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E4C9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A559B2-33AF-494C-B190-B35E3F5B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95800"/>
            <a:ext cx="632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8A5A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8A5A00"/>
                </a:solidFill>
                <a:latin typeface="Calibri"/>
                <a:ea typeface="Calibri"/>
                <a:cs typeface="Calibri"/>
              </a:rPr>
              <a:t>Điểm quan trọng: threshold được tối ưu trên Dev, không dùng Test. Điều này giữ test set là đánh giá khách quan.</a:t>
            </a:r>
          </a:p>
        </p:txBody>
      </p:sp>
    </p:spTree>
    <p:extLst>
      <p:ext uri="{BB962C8B-B14F-4D97-AF65-F5344CB8AC3E}">
        <p14:creationId xmlns:p14="http://schemas.microsoft.com/office/powerpoint/2010/main" val="64472868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DE2BCA-A953-E4E8-9DF4-8067541650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Lato"/>
                <a:ea typeface="Lato"/>
                <a:cs typeface="Lato"/>
              </a:rPr>
              <a:t>Đánh giá trên Test set</a:t>
            </a:r>
          </a:p>
        </p:txBody>
      </p:sp>
      <p:sp>
        <p:nvSpPr>
          <p:cNvPr id="5" name="explicit white background">
            <a:extLst xmlns:a="http://schemas.openxmlformats.org/drawingml/2006/main">
              <a:ext uri="{FF2B5EF4-FFF2-40B4-BE49-F238E27FC236}">
                <a16:creationId xmlns:a16="http://schemas.microsoft.com/office/drawing/2014/main" id="{8A2A3A7B-043E-4320-96A0-2725576F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HUST red title bar">
            <a:extLst xmlns:a="http://schemas.openxmlformats.org/drawingml/2006/main">
              <a:ext uri="{FF2B5EF4-FFF2-40B4-BE49-F238E27FC236}">
                <a16:creationId xmlns:a16="http://schemas.microsoft.com/office/drawing/2014/main" id="{A5FAE516-DCF2-4A50-90F7-B4EDAE94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0D12"/>
          </a:solidFill>
          <a:ln xmlns:a="http://schemas.openxmlformats.org/drawingml/2006/main" w="0">
            <a:solidFill>
              <a:srgbClr val="A30D12"/>
            </a:solidFill>
            <a:prstDash val="solid"/>
          </a:ln>
        </p:spPr>
      </p:sp>
      <p:sp>
        <p:nvSpPr>
          <p:cNvPr id="7" name="HUST gold divider">
            <a:extLst xmlns:a="http://schemas.openxmlformats.org/drawingml/2006/main">
              <a:ext uri="{FF2B5EF4-FFF2-40B4-BE49-F238E27FC236}">
                <a16:creationId xmlns:a16="http://schemas.microsoft.com/office/drawing/2014/main" id="{32E4276B-8771-453B-AFB1-72B3454A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914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6A5E6E-EE4B-45C7-BE4E-BBA7F4EB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9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HUST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AC3341-0920-4925-A67D-98A7EE67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72250"/>
            <a:ext cx="7810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1A5"/>
          </a:solidFill>
          <a:ln xmlns:a="http://schemas.openxmlformats.org/drawingml/2006/main" w="0">
            <a:solidFill>
              <a:srgbClr val="D6A1A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05FEF4-78C1-4BBC-9C5E-46E16DE2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43000"/>
            <a:ext cx="1619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7"/>
          </a:solidFill>
          <a:ln xmlns:a="http://schemas.openxmlformats.org/drawingml/2006/main" w="9525">
            <a:solidFill>
              <a:srgbClr val="B8CC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A5E530-CB59-4B3B-A07A-6BC5C18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4547A"/>
                </a:solidFill>
                <a:latin typeface="Lato"/>
                <a:ea typeface="Lato"/>
                <a:cs typeface="Lato"/>
              </a:defRPr>
            </a:pPr>
            <a:r>
              <a:rPr sz="1875" b="1">
                <a:solidFill>
                  <a:srgbClr val="24547A"/>
                </a:solidFill>
                <a:latin typeface="Lato"/>
                <a:ea typeface="Lato"/>
                <a:cs typeface="Lato"/>
              </a:rPr>
              <a:t>0.999831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ABA152-F063-4C36-AFDD-5016BA48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90675"/>
            <a:ext cx="1466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ROC AUC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6343EA-79EE-46BF-A1AE-7B9F3EDC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143000"/>
            <a:ext cx="1809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B8CC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7150F4-AF09-4BD1-9563-585865D0D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219200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8A5A00"/>
                </a:solidFill>
                <a:latin typeface="Lato"/>
                <a:ea typeface="Lato"/>
                <a:cs typeface="Lato"/>
              </a:defRPr>
            </a:pPr>
            <a:r>
              <a:rPr sz="1875" b="1">
                <a:solidFill>
                  <a:srgbClr val="8A5A00"/>
                </a:solidFill>
                <a:latin typeface="Lato"/>
                <a:ea typeface="Lato"/>
                <a:cs typeface="Lato"/>
              </a:rPr>
              <a:t>996 / 1077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627F9C-06F1-40BC-9CA7-92A912DE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590675"/>
            <a:ext cx="1657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High confidence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544326-F8AB-47E4-BDAF-6C4CC7BD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143000"/>
            <a:ext cx="1428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B"/>
          </a:solidFill>
          <a:ln xmlns:a="http://schemas.openxmlformats.org/drawingml/2006/main" w="9525">
            <a:solidFill>
              <a:srgbClr val="B8CC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01AABA-F93C-40D5-970D-B25DD5938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219200"/>
            <a:ext cx="1276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D7A45"/>
                </a:solidFill>
                <a:latin typeface="Lato"/>
                <a:ea typeface="Lato"/>
                <a:cs typeface="Lato"/>
              </a:defRPr>
            </a:pPr>
            <a:r>
              <a:rPr sz="1875" b="1">
                <a:solidFill>
                  <a:srgbClr val="2D7A45"/>
                </a:solidFill>
                <a:latin typeface="Lato"/>
                <a:ea typeface="Lato"/>
                <a:cs typeface="Lato"/>
              </a:rPr>
              <a:t>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7B2362-1C7C-4BD4-AAD8-1A20A1D5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906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False Positive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B0007E-DC6E-4F22-BA16-F176F53B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143000"/>
            <a:ext cx="1428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8"/>
          </a:solidFill>
          <a:ln xmlns:a="http://schemas.openxmlformats.org/drawingml/2006/main" w="9525">
            <a:solidFill>
              <a:srgbClr val="B8CC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8510CE-703A-4388-9C90-2E1870135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19200"/>
            <a:ext cx="1276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18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8F5830-BDF6-47B6-B6C8-FD4C4BBE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906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False Negative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473F49-1F55-41FD-BD91-E617B91C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D0710"/>
                </a:solidFill>
                <a:latin typeface="Lato"/>
                <a:ea typeface="Lato"/>
                <a:cs typeface="Lato"/>
              </a:defRPr>
            </a:pPr>
            <a:r>
              <a:rPr sz="1350" b="1">
                <a:solidFill>
                  <a:srgbClr val="7D0710"/>
                </a:solidFill>
                <a:latin typeface="Lato"/>
                <a:ea typeface="Lato"/>
                <a:cs typeface="Lato"/>
              </a:rPr>
              <a:t>Confusion Matrix [[TN, FP], [FN, TP]]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38049F-D93F-47E7-A5CD-9F12837A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4286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0D12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AEFF00-A701-447D-B01C-2CE2CE1C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47975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69DF55-1324-4256-968A-04B04F32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47975"/>
            <a:ext cx="1219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Pred Low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326145-16EA-4D8C-8460-73E51E7D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47975"/>
            <a:ext cx="1219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Pred High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0447B6-0B76-4D94-B110-B7BDB629F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4286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5EF942-A22A-4955-A406-85D6605D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62325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Actual Not present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8095E1-E38B-4C41-A117-304E439C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362325"/>
            <a:ext cx="1219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77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1D7D7C-1628-4B6B-B1E3-D36EDA89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62325"/>
            <a:ext cx="1219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5CFE59-2666-470D-B739-484F92BE1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10000"/>
            <a:ext cx="4286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C7FE77-918A-42A1-A31F-090F2E8A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Actual Present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6ACBC0-592C-4612-89B9-B6C486DBC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876675"/>
            <a:ext cx="1219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E550DB8-7A30-40F0-8731-659EDF71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876675"/>
            <a:ext cx="1219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996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B5D5DE-AA4C-4EDB-B27E-921E2A57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524125"/>
            <a:ext cx="28575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88891B1-D6B1-4221-9E63-952923F5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619375"/>
            <a:ext cx="2628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Diễn giải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D01EB4-7CEE-418A-B039-EC12D85F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924175"/>
            <a:ext cx="26289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Không có variant giả lọt vào High confidence trên Test.</a:t>
            </a:r>
          </a:p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- 4 variant thật bị đẩy xuống Low confidence: chấp nhận được khi ưu tiên bảo thủ.</a:t>
            </a:r>
          </a:p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Tỷ lệ High confidence: 92.48%.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14706C-777F-4A31-9A2A-CA0C33B4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6286500"/>
            <a:ext cx="809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pPr>
            <a:r>
              <a:rPr sz="788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Kết quả local từ script D:\A\train_conservative_threshold.py</a:t>
            </a:r>
          </a:p>
        </p:txBody>
      </p:sp>
    </p:spTree>
    <p:extLst>
      <p:ext uri="{BB962C8B-B14F-4D97-AF65-F5344CB8AC3E}">
        <p14:creationId xmlns:p14="http://schemas.microsoft.com/office/powerpoint/2010/main" val="258106954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CA942A98-C171-982E-551D-E59FBFEFF9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Lato"/>
                <a:ea typeface="Lato"/>
                <a:cs typeface="Lato"/>
              </a:rPr>
              <a:t>So sánh với kết quả công bố</a:t>
            </a:r>
          </a:p>
        </p:txBody>
      </p:sp>
      <p:sp>
        <p:nvSpPr>
          <p:cNvPr id="5" name="explicit white background">
            <a:extLst xmlns:a="http://schemas.openxmlformats.org/drawingml/2006/main">
              <a:ext uri="{FF2B5EF4-FFF2-40B4-BE49-F238E27FC236}">
                <a16:creationId xmlns:a16="http://schemas.microsoft.com/office/drawing/2014/main" id="{16CC5839-0C87-48FE-B8EE-746F7966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HUST red title bar">
            <a:extLst xmlns:a="http://schemas.openxmlformats.org/drawingml/2006/main">
              <a:ext uri="{FF2B5EF4-FFF2-40B4-BE49-F238E27FC236}">
                <a16:creationId xmlns:a16="http://schemas.microsoft.com/office/drawing/2014/main" id="{1D7D07CE-378F-4E44-950C-1F033A937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0D12"/>
          </a:solidFill>
          <a:ln xmlns:a="http://schemas.openxmlformats.org/drawingml/2006/main" w="0">
            <a:solidFill>
              <a:srgbClr val="A30D12"/>
            </a:solidFill>
            <a:prstDash val="solid"/>
          </a:ln>
        </p:spPr>
      </p:sp>
      <p:sp>
        <p:nvSpPr>
          <p:cNvPr id="7" name="HUST gold divider">
            <a:extLst xmlns:a="http://schemas.openxmlformats.org/drawingml/2006/main">
              <a:ext uri="{FF2B5EF4-FFF2-40B4-BE49-F238E27FC236}">
                <a16:creationId xmlns:a16="http://schemas.microsoft.com/office/drawing/2014/main" id="{E2CF32B0-C43B-4199-8409-74B5141DC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914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1C58F9-B63A-47AA-9119-57064F83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9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HUST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EC9E9B-BE7C-4B74-B7A3-FFE0B75B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72250"/>
            <a:ext cx="7810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1A5"/>
          </a:solidFill>
          <a:ln xmlns:a="http://schemas.openxmlformats.org/drawingml/2006/main" w="0">
            <a:solidFill>
              <a:srgbClr val="D6A1A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2D9354-0949-419D-B26A-08073DCE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7753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0D12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43C244-4F99-4A86-A6FB-A020123E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66825"/>
            <a:ext cx="2076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Metric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9FA35F-088D-4D2C-9E72-8C7272AC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266825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Bài báo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9D1630-E9B5-40C8-A00E-886736E16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266825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Chạy thử local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D97CEC-4269-41BB-9087-3FD593FDF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95450"/>
            <a:ext cx="7753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C0AACE-F29A-4340-BD6F-ADD8FF3F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62125"/>
            <a:ext cx="2076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AUC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128C3F-DD51-40BB-980F-A155C2DC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762125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0.99913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7496AE-A4D0-4909-A595-266C1B54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762125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0.999831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405242-1B5D-4490-A941-001E40BF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90750"/>
            <a:ext cx="7753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9C4474-6330-453F-92FA-9AE909C5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57425"/>
            <a:ext cx="2076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High confidence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97251D-E785-45DA-AA4B-E14A28AB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57425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6622/7179 = 92.2%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4EB63A-2CD0-4606-8231-74588525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57425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996/1077 = 92.48%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2BDA97-B501-4FCE-AE76-18BC8A6D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86050"/>
            <a:ext cx="7753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B4F617-63E2-42ED-923F-5339C97B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52725"/>
            <a:ext cx="2076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False Positive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24D77C-B286-4B5D-8CBC-A413E515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52725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9340DE-3E2E-448B-A57F-F3CBBB4E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752725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8FC126-2AFD-420F-A994-8F09692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81350"/>
            <a:ext cx="7753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B46F61-35A8-4234-8BDE-66828F5C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48025"/>
            <a:ext cx="2076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False Negative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947B81-5DFF-4D78-95C0-2FECC5DC6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248025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44/7179 = 0.61%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FCBC7E-6EA5-4264-930D-E874FF43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248025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4/1077 = 0.37%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6E50E9-F184-4788-A514-50601FC0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76650"/>
            <a:ext cx="7753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EB04E0-7EE7-4219-B571-46F33C3D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43325"/>
            <a:ext cx="2076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Accuracy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414F94-B401-406D-9AB9-FFC74168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743325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99.4%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AC8983C-40F5-4941-80A8-5B27CA805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43325"/>
            <a:ext cx="266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99.63%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046665-3115-4CF9-9EF8-BF843D52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29150"/>
            <a:ext cx="6858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7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F59C28-F4FE-44C2-A9B6-CAB9D565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24400"/>
            <a:ext cx="6629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4547A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24547A"/>
                </a:solidFill>
                <a:latin typeface="Lato"/>
                <a:ea typeface="Lato"/>
                <a:cs typeface="Lato"/>
              </a:rPr>
              <a:t>Nhận xét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5863FF-20FE-42FA-887B-E38BD597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29200"/>
            <a:ext cx="6629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38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Kết quả chạy thử bám rất sát mục tiêu của bài báo: tỷ lệ High confidence khoảng 92%, FP = 0. AUC local cao hơn nhẹ do split ngẫu nhiên và pipeline sklearn có thể khác đúng cấu hình gốc.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00AE15-C111-4D6A-93B9-1B50C5A4B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6286500"/>
            <a:ext cx="809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pPr>
            <a:r>
              <a:rPr sz="788" b="0">
                <a:solidFill>
                  <a:srgbClr val="777777"/>
                </a:solidFill>
                <a:latin typeface="Calibri"/>
                <a:ea typeface="Calibri"/>
                <a:cs typeface="Calibri"/>
              </a:rPr>
              <a:t>Bài báo: BMC Genomics 2018, 19:263; PMID 29665779; PMCID PMC5904977</a:t>
            </a:r>
          </a:p>
        </p:txBody>
      </p:sp>
    </p:spTree>
    <p:extLst>
      <p:ext uri="{BB962C8B-B14F-4D97-AF65-F5344CB8AC3E}">
        <p14:creationId xmlns:p14="http://schemas.microsoft.com/office/powerpoint/2010/main" val="113095741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B6CB3A-046A-4C56-A02D-DBF672421C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54052" y="112543"/>
            <a:ext cx="8635896" cy="43609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210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Ý nghĩa Bioinformatics của các feature</a:t>
            </a:r>
          </a:p>
        </p:txBody>
      </p:sp>
      <p:sp>
        <p:nvSpPr>
          <p:cNvPr id="5" name="explicit white background">
            <a:extLst xmlns:a="http://schemas.openxmlformats.org/drawingml/2006/main">
              <a:ext uri="{FF2B5EF4-FFF2-40B4-BE49-F238E27FC236}">
                <a16:creationId xmlns:a16="http://schemas.microsoft.com/office/drawing/2014/main" id="{A9AC4FFE-6297-49D2-BC7D-6E34E7D06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HUST red title bar">
            <a:extLst xmlns:a="http://schemas.openxmlformats.org/drawingml/2006/main">
              <a:ext uri="{FF2B5EF4-FFF2-40B4-BE49-F238E27FC236}">
                <a16:creationId xmlns:a16="http://schemas.microsoft.com/office/drawing/2014/main" id="{BE6951D2-9300-48C6-8B1A-315BC345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0D12"/>
          </a:solidFill>
          <a:ln xmlns:a="http://schemas.openxmlformats.org/drawingml/2006/main" w="0">
            <a:solidFill>
              <a:srgbClr val="A30D12"/>
            </a:solidFill>
            <a:prstDash val="solid"/>
          </a:ln>
        </p:spPr>
      </p:sp>
      <p:sp>
        <p:nvSpPr>
          <p:cNvPr id="7" name="HUST gold divider">
            <a:extLst xmlns:a="http://schemas.openxmlformats.org/drawingml/2006/main">
              <a:ext uri="{FF2B5EF4-FFF2-40B4-BE49-F238E27FC236}">
                <a16:creationId xmlns:a16="http://schemas.microsoft.com/office/drawing/2014/main" id="{16ED18A9-3185-40CF-BB5E-845ED7AC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914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F71038-2C21-440A-A6CC-AC9FD1ED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9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HUST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C329F9-8BBD-4EFF-B8F3-807E1DD7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72250"/>
            <a:ext cx="7810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1A5"/>
          </a:solidFill>
          <a:ln xmlns:a="http://schemas.openxmlformats.org/drawingml/2006/main" w="0">
            <a:solidFill>
              <a:srgbClr val="D6A1A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140FBE-0F0F-4DA7-87F3-16CA6C3E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38250"/>
            <a:ext cx="3619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7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640792-3C54-4567-A3D3-B77562117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33500"/>
            <a:ext cx="3390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4547A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24547A"/>
                </a:solidFill>
                <a:latin typeface="Lato"/>
                <a:ea typeface="Lato"/>
                <a:cs typeface="Lato"/>
              </a:rPr>
              <a:t>Read support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E9DC40-7AE7-4EBE-A57A-911857FFD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3390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DP/AD/AF phản ánh số read ủng hộ variant và độ cân bằng allele.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69D4A7-F8DD-4443-B434-7DB2DFA2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90800"/>
            <a:ext cx="3619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B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12C2D8-F5C1-4E70-838C-06AC643A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3390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D7A45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2D7A45"/>
                </a:solidFill>
                <a:latin typeface="Lato"/>
                <a:ea typeface="Lato"/>
                <a:cs typeface="Lato"/>
              </a:rPr>
              <a:t>Call quality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57B712-A433-4250-82B4-851C19C0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90850"/>
            <a:ext cx="3390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QUAL/QD/GQ/MQ giúp phân biệt tín hiệu thật với lỗi gọi hoặc lỗi alignment.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FACC51-2183-4DB2-A46A-15642BDEA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43350"/>
            <a:ext cx="3619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8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F38C92-3DBC-40B7-8DE6-9E06A362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3390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Artifact 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A61891-2F99-4B13-885A-B9BBA6CD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43400"/>
            <a:ext cx="3390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FS/WHR/HPL/GC bắt các vùng khó: strand bias, homopolymer, GC extreme.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35D70D-50BA-47ED-9742-1BF825F2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24000"/>
            <a:ext cx="34290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4E5167-E4D6-4CA6-8D84-81BA827F3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619250"/>
            <a:ext cx="3200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Vì sao Logistic Regression hợp lý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50DCFC-CB48-42DE-B43F-635591B3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924050"/>
            <a:ext cx="3200400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Dữ liệu ít chiều, feature có ý nghĩa sinh học rõ.</a:t>
            </a:r>
          </a:p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StandardScaler giúp hệ số so sánh được.</a:t>
            </a:r>
          </a:p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Ngưỡng bảo thủ biến xác suất thành chính sách báo cáo.</a:t>
            </a:r>
          </a:p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Có thể kiểm tra coefficient để giải thích cho thầy/hội đồng.</a:t>
            </a:r>
          </a:p>
        </p:txBody>
      </p:sp>
    </p:spTree>
    <p:extLst>
      <p:ext uri="{BB962C8B-B14F-4D97-AF65-F5344CB8AC3E}">
        <p14:creationId xmlns:p14="http://schemas.microsoft.com/office/powerpoint/2010/main" val="6408465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F39C6F49-1887-4BE4-A583-FB79B8A229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Lato"/>
                <a:ea typeface="Lato"/>
                <a:cs typeface="Lato"/>
              </a:rPr>
              <a:t>Thiếu sót hiện tại và bước tiếp theo</a:t>
            </a:r>
          </a:p>
        </p:txBody>
      </p:sp>
      <p:sp>
        <p:nvSpPr>
          <p:cNvPr id="5" name="explicit white background">
            <a:extLst xmlns:a="http://schemas.openxmlformats.org/drawingml/2006/main">
              <a:ext uri="{FF2B5EF4-FFF2-40B4-BE49-F238E27FC236}">
                <a16:creationId xmlns:a16="http://schemas.microsoft.com/office/drawing/2014/main" id="{5A9C0812-397B-4382-A84F-38D98C6E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HUST red title bar">
            <a:extLst xmlns:a="http://schemas.openxmlformats.org/drawingml/2006/main">
              <a:ext uri="{FF2B5EF4-FFF2-40B4-BE49-F238E27FC236}">
                <a16:creationId xmlns:a16="http://schemas.microsoft.com/office/drawing/2014/main" id="{B1B6E118-4D71-4B94-90FF-722A96CC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0D12"/>
          </a:solidFill>
          <a:ln xmlns:a="http://schemas.openxmlformats.org/drawingml/2006/main" w="0">
            <a:solidFill>
              <a:srgbClr val="A30D12"/>
            </a:solidFill>
            <a:prstDash val="solid"/>
          </a:ln>
        </p:spPr>
      </p:sp>
      <p:sp>
        <p:nvSpPr>
          <p:cNvPr id="7" name="HUST gold divider">
            <a:extLst xmlns:a="http://schemas.openxmlformats.org/drawingml/2006/main">
              <a:ext uri="{FF2B5EF4-FFF2-40B4-BE49-F238E27FC236}">
                <a16:creationId xmlns:a16="http://schemas.microsoft.com/office/drawing/2014/main" id="{9640C9B0-66FB-476E-A946-FAD97B9CF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914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AEEE5F-DAEB-423A-884B-C4541B1BE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9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HUST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ABDA01-571D-4811-AAE0-159DCE30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72250"/>
            <a:ext cx="7810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1A5"/>
          </a:solidFill>
          <a:ln xmlns:a="http://schemas.openxmlformats.org/drawingml/2006/main" w="0">
            <a:solidFill>
              <a:srgbClr val="D6A1A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5C6F17-0CBA-410C-843F-25621399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37147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CFCE98-296A-4BAD-BB1B-5B737ECC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95400"/>
            <a:ext cx="3486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30D12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A30D12"/>
                </a:solidFill>
                <a:latin typeface="Lato"/>
                <a:ea typeface="Lato"/>
                <a:cs typeface="Lato"/>
              </a:rPr>
              <a:t>Thiếu sót cần nói rõ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78F0A4-3753-4B30-AFCD-E02036CD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34861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Split local có thể khác bài báo gốc.</a:t>
            </a:r>
          </a:p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Chưa có external validation từ assay/phòng lab khác.</a:t>
            </a:r>
          </a:p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Threshold zero-FP trên Dev vẫn có rủi ro overfit.</a:t>
            </a:r>
          </a:p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Chưa phân tích coefficient và calibration curve.</a:t>
            </a:r>
          </a:p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Class imbalance: negative ít hơn positive.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B6A0B9-AEB3-455E-B3E1-42F4A8BD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200150"/>
            <a:ext cx="37147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7D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4CE78F-C10A-414A-B117-22AB9D40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295400"/>
            <a:ext cx="3486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4547A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24547A"/>
                </a:solidFill>
                <a:latin typeface="Lato"/>
                <a:ea typeface="Lato"/>
                <a:cs typeface="Lato"/>
              </a:rPr>
              <a:t>Bước tiếp theo đề xuất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8FA0DE-35A9-4C53-AA6E-52F7639F1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00200"/>
            <a:ext cx="34861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Cố định preprocessing pipeline và random seed.</a:t>
            </a:r>
          </a:p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Báo cáo coefficient/odds ratio theo feature.</a:t>
            </a:r>
          </a:p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Nested CV hoặc bootstrap confidence interval.</a:t>
            </a:r>
          </a:p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Test trên dữ liệu variant call nội bộ.</a:t>
            </a:r>
          </a:p>
          <a:p xmlns:a="http://schemas.openxmlformats.org/drawingml/2006/main">
            <a:pPr algn="l">
              <a:defRPr sz="1275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- So sánh baseline hard filter vs ML threshold.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4E3E96-FC95-4A3C-AE2E-408C9059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10125"/>
            <a:ext cx="7048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E4C98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3DADB1-1D84-4CE0-9CF9-2C112E9F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914900"/>
            <a:ext cx="6553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ctr">
              <a:defRPr sz="1238" b="1">
                <a:solidFill>
                  <a:srgbClr val="8A5A00"/>
                </a:solidFill>
                <a:latin typeface="Calibri"/>
                <a:ea typeface="Calibri"/>
                <a:cs typeface="Calibri"/>
              </a:defRPr>
            </a:pPr>
            <a:r>
              <a:rPr sz="1238" b="1">
                <a:solidFill>
                  <a:srgbClr val="8A5A00"/>
                </a:solidFill>
                <a:latin typeface="Calibri"/>
                <a:ea typeface="Calibri"/>
                <a:cs typeface="Calibri"/>
              </a:rPr>
              <a:t>Thông điệp khi báo cáo: model này là công cụ giảm xác nhận bổ sung, không thay thế quy trình kiểm định lâm sàng.</a:t>
            </a:r>
          </a:p>
        </p:txBody>
      </p:sp>
    </p:spTree>
    <p:extLst>
      <p:ext uri="{BB962C8B-B14F-4D97-AF65-F5344CB8AC3E}">
        <p14:creationId xmlns:p14="http://schemas.microsoft.com/office/powerpoint/2010/main" val="275135843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 10">
            <a:extLst xmlns:a="http://schemas.openxmlformats.org/drawingml/2006/main">
              <a:ext uri="{FF2B5EF4-FFF2-40B4-BE49-F238E27FC236}">
                <a16:creationId xmlns:a16="http://schemas.microsoft.com/office/drawing/2014/main" id="{F78B3876-6ECC-4098-BDD1-C48CE4B4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094" y="3021991"/>
            <a:ext cx="4197975" cy="8140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buNone/>
              <a:defRPr sz="6000" b="1">
                <a:solidFill>
                  <a:srgbClr val="C00000"/>
                </a:solidFill>
                <a:latin typeface="Lato"/>
                <a:ea typeface="Lato"/>
                <a:cs typeface="Lato"/>
              </a:defRPr>
            </a:lvl1pPr>
          </a:lstStyle>
          <a:p xmlns:a="http://schemas.openxmlformats.org/drawingml/2006/main">
            <a:pPr algn="ctr"/>
            <a:r>
              <a:rPr sz="2550" b="1">
                <a:solidFill>
                  <a:srgbClr val="A30D12"/>
                </a:solidFill>
                <a:latin typeface="Lato"/>
                <a:ea typeface="Lato"/>
                <a:cs typeface="Lato"/>
              </a:rPr>
              <a:t>CẢM ƠN THẦY</a:t>
            </a:r>
          </a:p>
          <a:p xmlns:a="http://schemas.openxmlformats.org/drawingml/2006/main">
            <a:pPr algn="ctr"/>
            <a:r>
              <a:rPr sz="2550" b="1">
                <a:solidFill>
                  <a:srgbClr val="A30D12"/>
                </a:solidFill>
                <a:latin typeface="Lato"/>
                <a:ea typeface="Lato"/>
                <a:cs typeface="Lato"/>
              </a:rPr>
              <a:t>Q&amp;A</a:t>
            </a:r>
          </a:p>
        </p:txBody>
      </p:sp>
      <p:sp>
        <p:nvSpPr>
          <p:cNvPr id="4" name="explicit white background">
            <a:extLst xmlns:a="http://schemas.openxmlformats.org/drawingml/2006/main">
              <a:ext uri="{FF2B5EF4-FFF2-40B4-BE49-F238E27FC236}">
                <a16:creationId xmlns:a16="http://schemas.microsoft.com/office/drawing/2014/main" id="{6C5302B4-B530-4A08-9D84-40A5D607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53F17F-AE02-446C-B27A-3922B94E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048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0D12"/>
          </a:solidFill>
          <a:ln xmlns:a="http://schemas.openxmlformats.org/drawingml/2006/main" w="0">
            <a:solidFill>
              <a:srgbClr val="A30D1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252E3E-CBB4-4553-A4F8-88154897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HUST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49BC62-C3C4-4B4B-B44D-4395B28A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solidFill>
              <a:srgbClr val="D89A2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ACA579-B23E-4E5B-9A81-069AB11D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171950"/>
            <a:ext cx="4857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57150" rIns="76200" bIns="57150" anchor="t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File chạy thử: D:\A\train_conservative_threshold.py</a:t>
            </a:r>
          </a:p>
          <a:p xmlns:a="http://schemas.openxmlformats.org/drawingml/2006/main">
            <a:pPr algn="ctr">
              <a:defRPr sz="1088" b="0">
                <a:solidFill>
                  <a:srgbClr val="242424"/>
                </a:solidFill>
                <a:latin typeface="Calibri"/>
                <a:ea typeface="Calibri"/>
                <a:cs typeface="Calibri"/>
              </a:defRPr>
            </a:pPr>
            <a:r>
              <a:rPr sz="1088" b="0">
                <a:solidFill>
                  <a:srgbClr val="242424"/>
                </a:solidFill>
                <a:latin typeface="Calibri"/>
                <a:ea typeface="Calibri"/>
                <a:cs typeface="Calibri"/>
              </a:rPr>
              <a:t>Dữ liệu: D:\A\12864_2018_4659_MOESM2_ESM.xlsx</a:t>
            </a:r>
          </a:p>
        </p:txBody>
      </p:sp>
    </p:spTree>
    <p:extLst>
      <p:ext uri="{BB962C8B-B14F-4D97-AF65-F5344CB8AC3E}">
        <p14:creationId xmlns:p14="http://schemas.microsoft.com/office/powerpoint/2010/main" val="283053568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2026-06-09T06:05:26.1790000Z</dcterms:created>
  <dcterms:modified xsi:type="dcterms:W3CDTF">2026-06-09T06:05:26.1790000Z</dcterms:modified>
</coreProperties>
</file>